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3" r:id="rId7"/>
    <p:sldId id="264" r:id="rId8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21" autoAdjust="0"/>
    <p:restoredTop sz="94660"/>
  </p:normalViewPr>
  <p:slideViewPr>
    <p:cSldViewPr snapToGrid="0">
      <p:cViewPr varScale="1">
        <p:scale>
          <a:sx n="78" d="100"/>
          <a:sy n="78" d="100"/>
        </p:scale>
        <p:origin x="9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ost Schouppe" userId="a437c0ca-5ab3-4f08-9767-9b5d374740de" providerId="ADAL" clId="{65C6CC97-CB74-418C-B186-5CD5028F3247}"/>
    <pc:docChg chg="modSld">
      <pc:chgData name="Joost Schouppe" userId="a437c0ca-5ab3-4f08-9767-9b5d374740de" providerId="ADAL" clId="{65C6CC97-CB74-418C-B186-5CD5028F3247}" dt="2024-05-27T12:14:07.676" v="2" actId="113"/>
      <pc:docMkLst>
        <pc:docMk/>
      </pc:docMkLst>
      <pc:sldChg chg="modSp mod">
        <pc:chgData name="Joost Schouppe" userId="a437c0ca-5ab3-4f08-9767-9b5d374740de" providerId="ADAL" clId="{65C6CC97-CB74-418C-B186-5CD5028F3247}" dt="2024-05-27T12:14:07.676" v="2" actId="113"/>
        <pc:sldMkLst>
          <pc:docMk/>
          <pc:sldMk cId="3881596876" sldId="258"/>
        </pc:sldMkLst>
        <pc:spChg chg="mod">
          <ac:chgData name="Joost Schouppe" userId="a437c0ca-5ab3-4f08-9767-9b5d374740de" providerId="ADAL" clId="{65C6CC97-CB74-418C-B186-5CD5028F3247}" dt="2024-05-27T12:14:07.676" v="2" actId="113"/>
          <ac:spMkLst>
            <pc:docMk/>
            <pc:sldMk cId="3881596876" sldId="258"/>
            <ac:spMk id="3" creationId="{81FD06B4-69DC-8736-03FB-DFF5669D795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A3348-99FF-75F7-9F42-CF59AB4909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5AE767-1E03-240E-EB00-688ECAD69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BA6C8-E4D8-4E2C-25FC-5E3CDA6A7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AF15-1D08-48F6-B137-3BF1C456A771}" type="datetimeFigureOut">
              <a:rPr lang="en-BE" smtClean="0"/>
              <a:t>27/05/2024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0E69E-394D-35F5-0B0E-D1CDAA74F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22BDA-1B2E-4939-A54F-4B1E650D1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CCFC8-D558-4155-9C4A-A75DC64C19B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7076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B500A-6AB0-8F1B-5DD8-84928544A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13D0E-4E09-AB52-9DC4-F64B96642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A4B47-964B-924A-431F-D19ADCB96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AF15-1D08-48F6-B137-3BF1C456A771}" type="datetimeFigureOut">
              <a:rPr lang="en-BE" smtClean="0"/>
              <a:t>27/05/2024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4BDE0-E780-6E9F-6F06-D56A61BA4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160CC-6A84-4737-3FE5-1EB704D51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CCFC8-D558-4155-9C4A-A75DC64C19B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11199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96E47-F14A-F440-BDB2-4ABF6BADF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56D94-3660-15A9-3CCA-C31B49642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0A381-9AE8-A5B7-4103-34A490069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AF15-1D08-48F6-B137-3BF1C456A771}" type="datetimeFigureOut">
              <a:rPr lang="en-BE" smtClean="0"/>
              <a:t>27/05/2024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261B0-82D8-1A8D-5E6F-BF1D94DB0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90806-94D3-7B71-0AE1-97E5B3E70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CCFC8-D558-4155-9C4A-A75DC64C19B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5416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4E3DD-4DD8-CDE4-BF36-6D3F2FD3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E17FA-C2CB-CF61-5CAC-5F12AE18CF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8C0E35-69B9-7F14-3C5C-6E0EBC578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E941C-4B92-CC2D-BAA6-4D8C6E94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AF15-1D08-48F6-B137-3BF1C456A771}" type="datetimeFigureOut">
              <a:rPr lang="en-BE" smtClean="0"/>
              <a:t>27/05/2024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D8C1B-2D7B-35B7-1479-B3B233924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FA21E7-49C3-6B6C-F0A6-99BD83FFA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CCFC8-D558-4155-9C4A-A75DC64C19B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9964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BBC68-E352-42DD-DE50-8843AF930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4C2A8-0D56-6315-4C29-11EC2291B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826E0C-7F9C-1351-8D32-90D40678D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9BB50-52A9-7681-5230-B9DD584C4C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AE4D2C-904C-9226-0984-EB9C13383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85C643-3464-DDE2-FA8F-D4F228E4E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AF15-1D08-48F6-B137-3BF1C456A771}" type="datetimeFigureOut">
              <a:rPr lang="en-BE" smtClean="0"/>
              <a:t>27/05/2024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394E45-65B4-D868-2E55-5E2976FEB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07AA93-82CE-0C9E-EDFF-D1EBED876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CCFC8-D558-4155-9C4A-A75DC64C19B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8904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71026-1CC7-66DC-7BB5-9FCF2544A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8A989C-3CBC-6472-3D19-5F6B96F34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AF15-1D08-48F6-B137-3BF1C456A771}" type="datetimeFigureOut">
              <a:rPr lang="en-BE" smtClean="0"/>
              <a:t>27/05/2024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2E530F-F387-0819-7E86-E7090D830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6FE3E-90B6-184E-AD6B-BDFBA0686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CCFC8-D558-4155-9C4A-A75DC64C19B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58722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231A65-91EE-764D-8758-5E52436BE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AF15-1D08-48F6-B137-3BF1C456A771}" type="datetimeFigureOut">
              <a:rPr lang="en-BE" smtClean="0"/>
              <a:t>27/05/2024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E083D-5E7D-3BD2-6444-40D02FB46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B7C1C-EF2C-1B08-5511-F38616911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CCFC8-D558-4155-9C4A-A75DC64C19B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51578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3DDF4-5B3A-6CB9-451D-DBBFAF4EA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1EC2C-FF98-BD9D-CF00-5B13332E2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977AA5-0C30-18E0-77F2-1AF3C44655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310B1-CAD9-B35D-35D7-BDAC4A0C7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AF15-1D08-48F6-B137-3BF1C456A771}" type="datetimeFigureOut">
              <a:rPr lang="en-BE" smtClean="0"/>
              <a:t>27/05/2024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580BBB-8365-9EF0-4310-2DA97EF4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66840-80F2-4FAC-2A65-D2F47C38D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CCFC8-D558-4155-9C4A-A75DC64C19B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3877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53F53-0E70-6F35-88D7-A7A1168D6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8CF0D9-D024-08CC-A6D0-B1FE334935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78170B-D163-936E-8D65-298DB44BE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FD1F24-C36B-08B7-0FBA-0CD4072F5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AF15-1D08-48F6-B137-3BF1C456A771}" type="datetimeFigureOut">
              <a:rPr lang="en-BE" smtClean="0"/>
              <a:t>27/05/2024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D80EA-D145-933E-02FC-20CBB3CD2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82746-E073-3B2E-FF03-93CB8BB5B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CCFC8-D558-4155-9C4A-A75DC64C19B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7146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FB2EC-74FB-15DF-FCB2-59721240E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EE58B2-9964-0BE0-042D-55A1378AA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534EF-D42F-58C0-B6B9-A5A942D85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AF15-1D08-48F6-B137-3BF1C456A771}" type="datetimeFigureOut">
              <a:rPr lang="en-BE" smtClean="0"/>
              <a:t>27/05/2024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EAADC-18DD-BDB9-28A5-7FE16DDA6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80328-8C60-A5DF-F5C8-D0EFD56CD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CCFC8-D558-4155-9C4A-A75DC64C19B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91366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31FC4E-DECB-DAE7-04BD-1D926CE1BC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2E02A0-19F3-F69A-CC8A-6F9BD5423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266EA-E6FA-9BE1-5FE1-912CDACB2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AF15-1D08-48F6-B137-3BF1C456A771}" type="datetimeFigureOut">
              <a:rPr lang="en-BE" smtClean="0"/>
              <a:t>27/05/2024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2DD0A-F159-B36B-DDA4-FD8077C1D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F3EE9-F19E-546C-DCBA-00D30B303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CCFC8-D558-4155-9C4A-A75DC64C19B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3979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7A5B2A-FBDA-A541-B198-021D672C9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09A93-C3EC-DF3D-7A59-D02B8DB1C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46310-D60C-F045-AB48-CD06B5CD1F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CAF15-1D08-48F6-B137-3BF1C456A771}" type="datetimeFigureOut">
              <a:rPr lang="en-BE" smtClean="0"/>
              <a:t>27/05/2024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0C38B-7587-0748-7FB7-3FE7587C3B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10E6E-F8E8-37A1-FFE0-9D44D194D3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CCFC8-D558-4155-9C4A-A75DC64C19B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62678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https://dev.azure.com/NCCN-Paragon/Paragon/_wiki/wikis/Paragon.wiki/433/Proto-anchor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dev.azure.com/NCCN-Paragon/Paragon/_wiki/wikis/Paragon.wiki/657/Meta-linking-organizations-to-proto-anchor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1A203-2DFD-D3B7-8FB8-497E7F059A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Maintenance of Anchors in Paragon</a:t>
            </a:r>
            <a:endParaRPr lang="en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E825CE-0D3F-B5A9-61F5-59815CB505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Using external data to make it easier to build &amp; maintain Cases, Organizations &amp; Emergency Plans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712784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87ACA-3EF2-2CDA-0CE1-467DAE61F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728" y="694481"/>
            <a:ext cx="4189071" cy="996207"/>
          </a:xfrm>
        </p:spPr>
        <p:txBody>
          <a:bodyPr/>
          <a:lstStyle/>
          <a:p>
            <a:pPr algn="ctr"/>
            <a:r>
              <a:rPr lang="en-US" b="1" dirty="0"/>
              <a:t>Anchors</a:t>
            </a:r>
            <a:endParaRPr lang="en-BE" b="1" dirty="0"/>
          </a:p>
        </p:txBody>
      </p:sp>
      <p:pic>
        <p:nvPicPr>
          <p:cNvPr id="5" name="Content Placeholder 4" descr="A wooden slide with magnifying glass and compasses on a map&#10;&#10;Description automatically generated">
            <a:extLst>
              <a:ext uri="{FF2B5EF4-FFF2-40B4-BE49-F238E27FC236}">
                <a16:creationId xmlns:a16="http://schemas.microsoft.com/office/drawing/2014/main" id="{B122F95E-FFCA-9FF8-F3CC-725CBB1F76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93" y="549175"/>
            <a:ext cx="5850255" cy="5850255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0C0D319-ED7A-4913-2804-0311F80D6037}"/>
              </a:ext>
            </a:extLst>
          </p:cNvPr>
          <p:cNvSpPr txBox="1">
            <a:spLocks/>
          </p:cNvSpPr>
          <p:nvPr/>
        </p:nvSpPr>
        <p:spPr>
          <a:xfrm>
            <a:off x="6956383" y="1529788"/>
            <a:ext cx="4780346" cy="99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Any thing, anywhere</a:t>
            </a:r>
            <a:endParaRPr lang="en-BE" sz="32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BAE7165-FC46-D288-69F9-A8DB9CA47A89}"/>
              </a:ext>
            </a:extLst>
          </p:cNvPr>
          <p:cNvSpPr txBox="1">
            <a:spLocks/>
          </p:cNvSpPr>
          <p:nvPr/>
        </p:nvSpPr>
        <p:spPr>
          <a:xfrm>
            <a:off x="6956383" y="2432792"/>
            <a:ext cx="4780346" cy="99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Everything that has a location and a name can be turned into an Anchor</a:t>
            </a:r>
            <a:endParaRPr lang="en-BE" sz="2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8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3AF5E-3EEB-0834-CCAB-543E3F3BD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767" y="2952981"/>
            <a:ext cx="5257800" cy="3321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Find anchors using text search, map search or add them as an overlayer</a:t>
            </a:r>
            <a:endParaRPr lang="en-BE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FAA0F72-7C03-3E6A-3898-8114694BF63A}"/>
              </a:ext>
            </a:extLst>
          </p:cNvPr>
          <p:cNvSpPr txBox="1">
            <a:spLocks/>
          </p:cNvSpPr>
          <p:nvPr/>
        </p:nvSpPr>
        <p:spPr>
          <a:xfrm>
            <a:off x="556767" y="627011"/>
            <a:ext cx="4189071" cy="996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Anchors are for linking</a:t>
            </a:r>
            <a:endParaRPr lang="en-BE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C930B51-A986-A8D5-2F43-EF4D125C8F33}"/>
              </a:ext>
            </a:extLst>
          </p:cNvPr>
          <p:cNvSpPr txBox="1">
            <a:spLocks/>
          </p:cNvSpPr>
          <p:nvPr/>
        </p:nvSpPr>
        <p:spPr>
          <a:xfrm>
            <a:off x="596204" y="1634912"/>
            <a:ext cx="4780346" cy="99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Add location to your Cases &amp; Emergency Plans</a:t>
            </a:r>
            <a:endParaRPr lang="en-BE" sz="3200" dirty="0"/>
          </a:p>
        </p:txBody>
      </p:sp>
      <p:pic>
        <p:nvPicPr>
          <p:cNvPr id="9" name="Picture 8" descr="A cartoon character in a room with a map and books&#10;&#10;Description automatically generated">
            <a:extLst>
              <a:ext uri="{FF2B5EF4-FFF2-40B4-BE49-F238E27FC236}">
                <a16:creationId xmlns:a16="http://schemas.microsoft.com/office/drawing/2014/main" id="{B13B95C2-D79B-144F-9A44-5C7853B8E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567" y="518667"/>
            <a:ext cx="5820666" cy="582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61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87ACA-3EF2-2CDA-0CE1-467DAE61F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1579" y="595473"/>
            <a:ext cx="4189071" cy="996207"/>
          </a:xfrm>
        </p:spPr>
        <p:txBody>
          <a:bodyPr/>
          <a:lstStyle/>
          <a:p>
            <a:pPr algn="ctr"/>
            <a:r>
              <a:rPr lang="en-US" b="1" dirty="0"/>
              <a:t>Anchor sources</a:t>
            </a:r>
            <a:endParaRPr lang="en-BE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0C0D319-ED7A-4913-2804-0311F80D6037}"/>
              </a:ext>
            </a:extLst>
          </p:cNvPr>
          <p:cNvSpPr txBox="1">
            <a:spLocks/>
          </p:cNvSpPr>
          <p:nvPr/>
        </p:nvSpPr>
        <p:spPr>
          <a:xfrm>
            <a:off x="6956383" y="1461664"/>
            <a:ext cx="4780346" cy="99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Provided or created</a:t>
            </a:r>
            <a:endParaRPr lang="en-BE" sz="32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BAE7165-FC46-D288-69F9-A8DB9CA47A89}"/>
              </a:ext>
            </a:extLst>
          </p:cNvPr>
          <p:cNvSpPr txBox="1">
            <a:spLocks/>
          </p:cNvSpPr>
          <p:nvPr/>
        </p:nvSpPr>
        <p:spPr>
          <a:xfrm>
            <a:off x="6956383" y="2432792"/>
            <a:ext cx="4780346" cy="3730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Paragon pro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vides you with proto anchors, made from external data – ready for use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The proto anchor you need does not exist? Let the Data Team know, maybe they can add more external data for you – and all other Paragon users!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If the proto anchor is lacking some info, you can enrich it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Still haven’t found what you need? You can always create a new anchor yourself</a:t>
            </a:r>
          </a:p>
          <a:p>
            <a:pPr>
              <a:spcAft>
                <a:spcPts val="1200"/>
              </a:spcAft>
            </a:pPr>
            <a:endParaRPr lang="en-BE" sz="2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EBE35F-3668-1592-2FB6-164AE8DBE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44" y="378243"/>
            <a:ext cx="6356356" cy="578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80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E0C1B-4CD6-C699-F8AC-26B73F5B0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Anchor concepts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D06B4-69DC-8736-03FB-DFF5669D7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US" b="1" dirty="0"/>
              <a:t>Key location</a:t>
            </a:r>
            <a:r>
              <a:rPr lang="en-US" dirty="0"/>
              <a:t>: the most important location related to a Case</a:t>
            </a:r>
          </a:p>
          <a:p>
            <a:r>
              <a:rPr lang="en-US" b="1" dirty="0"/>
              <a:t>Proto anchor</a:t>
            </a:r>
            <a:r>
              <a:rPr lang="en-US" dirty="0"/>
              <a:t>: objects coming from external sources, made available within Paragon for use within Cases, Emergency Plans, … They exist in layers and have a legend item to describe the type</a:t>
            </a:r>
          </a:p>
          <a:p>
            <a:r>
              <a:rPr lang="en-US" b="1" dirty="0"/>
              <a:t>Case Anchor</a:t>
            </a:r>
            <a:r>
              <a:rPr lang="en-US" dirty="0"/>
              <a:t>: any object linked to a case by a Paragon user, Could be a proto anchor or a manually drawn anchor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881596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3AF5E-3EEB-0834-CCAB-543E3F3BD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767" y="2952981"/>
            <a:ext cx="5257800" cy="3321612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We research potential sources for proto anchors and evaluate their correctness, completeness, recency and updateability</a:t>
            </a:r>
          </a:p>
          <a:p>
            <a:r>
              <a:rPr lang="en-US" sz="2000" dirty="0"/>
              <a:t>This is an </a:t>
            </a:r>
            <a:r>
              <a:rPr lang="en-US" sz="2000" dirty="0">
                <a:hlinkClick r:id="rId2"/>
              </a:rPr>
              <a:t>ongoing process</a:t>
            </a:r>
            <a:endParaRPr lang="en-US" sz="2000" dirty="0"/>
          </a:p>
          <a:p>
            <a:r>
              <a:rPr lang="en-US" sz="2000" dirty="0"/>
              <a:t>When needed, we combine different sources (e.g. different regions, official data with OpenStreetMap data) into a seamless dataset</a:t>
            </a:r>
          </a:p>
          <a:p>
            <a:r>
              <a:rPr lang="en-US" sz="2000" dirty="0"/>
              <a:t>We support the </a:t>
            </a:r>
            <a:r>
              <a:rPr lang="en-US" sz="2000" dirty="0" err="1"/>
              <a:t>datasources</a:t>
            </a:r>
            <a:r>
              <a:rPr lang="en-US" sz="2000" dirty="0"/>
              <a:t> with advice on how to provide better data</a:t>
            </a:r>
          </a:p>
          <a:p>
            <a:r>
              <a:rPr lang="en-US" sz="2000" dirty="0"/>
              <a:t>We make sure changes in the externally  sourced data have the proper effect within Paragon (keeping the relations alive)</a:t>
            </a:r>
            <a:endParaRPr lang="en-BE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FAA0F72-7C03-3E6A-3898-8114694BF63A}"/>
              </a:ext>
            </a:extLst>
          </p:cNvPr>
          <p:cNvSpPr txBox="1">
            <a:spLocks/>
          </p:cNvSpPr>
          <p:nvPr/>
        </p:nvSpPr>
        <p:spPr>
          <a:xfrm>
            <a:off x="556767" y="627011"/>
            <a:ext cx="4189071" cy="996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Proto anchor sources</a:t>
            </a:r>
            <a:endParaRPr lang="en-BE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C930B51-A986-A8D5-2F43-EF4D125C8F33}"/>
              </a:ext>
            </a:extLst>
          </p:cNvPr>
          <p:cNvSpPr txBox="1">
            <a:spLocks/>
          </p:cNvSpPr>
          <p:nvPr/>
        </p:nvSpPr>
        <p:spPr>
          <a:xfrm>
            <a:off x="596204" y="1634912"/>
            <a:ext cx="4780346" cy="99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Exploring &amp; merging external sources</a:t>
            </a:r>
            <a:endParaRPr lang="en-BE" sz="3200" dirty="0"/>
          </a:p>
        </p:txBody>
      </p:sp>
      <p:pic>
        <p:nvPicPr>
          <p:cNvPr id="5" name="Picture 4" descr="A group of people working on laptops&#10;&#10;Description automatically generated">
            <a:extLst>
              <a:ext uri="{FF2B5EF4-FFF2-40B4-BE49-F238E27FC236}">
                <a16:creationId xmlns:a16="http://schemas.microsoft.com/office/drawing/2014/main" id="{23C34763-765F-9386-C8D1-B23FADD33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567" y="583407"/>
            <a:ext cx="5769429" cy="576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318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87ACA-3EF2-2CDA-0CE1-467DAE61F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2903" y="694480"/>
            <a:ext cx="4189071" cy="996207"/>
          </a:xfrm>
        </p:spPr>
        <p:txBody>
          <a:bodyPr/>
          <a:lstStyle/>
          <a:p>
            <a:pPr algn="ctr"/>
            <a:r>
              <a:rPr lang="en-US" b="1" dirty="0"/>
              <a:t>Keeping the links</a:t>
            </a:r>
            <a:endParaRPr lang="en-BE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0C0D319-ED7A-4913-2804-0311F80D6037}"/>
              </a:ext>
            </a:extLst>
          </p:cNvPr>
          <p:cNvSpPr txBox="1">
            <a:spLocks/>
          </p:cNvSpPr>
          <p:nvPr/>
        </p:nvSpPr>
        <p:spPr>
          <a:xfrm>
            <a:off x="7177266" y="1436584"/>
            <a:ext cx="4780346" cy="99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We’re in it together</a:t>
            </a:r>
            <a:endParaRPr lang="en-BE" sz="32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BAE7165-FC46-D288-69F9-A8DB9CA47A89}"/>
              </a:ext>
            </a:extLst>
          </p:cNvPr>
          <p:cNvSpPr txBox="1">
            <a:spLocks/>
          </p:cNvSpPr>
          <p:nvPr/>
        </p:nvSpPr>
        <p:spPr>
          <a:xfrm>
            <a:off x="6956383" y="2432792"/>
            <a:ext cx="4780346" cy="3730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As a user, you can add proto anchors to your Cases, Organizations &amp; Emergency Plans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In some cases, the data team will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hlinkClick r:id="rId2"/>
              </a:rPr>
              <a:t>build these relations for you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When the external data changes, we analyze if the new version should still link to your work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When we get feedback about errors in the data from you, we can improve the data for everyone</a:t>
            </a:r>
            <a:endParaRPr lang="en-BE" sz="2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B94951-C7FA-3A0A-7F9B-A2B56D5DB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89" y="1192583"/>
            <a:ext cx="61626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670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380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Maintenance of Anchors in Paragon</vt:lpstr>
      <vt:lpstr>Anchors</vt:lpstr>
      <vt:lpstr>PowerPoint Presentation</vt:lpstr>
      <vt:lpstr>Anchor sources</vt:lpstr>
      <vt:lpstr>Anchor concepts</vt:lpstr>
      <vt:lpstr>PowerPoint Presentation</vt:lpstr>
      <vt:lpstr>Keeping the 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of Anchors in Paragon</dc:title>
  <dc:creator>Joost Schouppe</dc:creator>
  <cp:lastModifiedBy>Joost Schouppe</cp:lastModifiedBy>
  <cp:revision>1</cp:revision>
  <dcterms:created xsi:type="dcterms:W3CDTF">2024-05-13T12:51:24Z</dcterms:created>
  <dcterms:modified xsi:type="dcterms:W3CDTF">2024-05-27T12:14:10Z</dcterms:modified>
</cp:coreProperties>
</file>