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56" r:id="rId5"/>
    <p:sldId id="981" r:id="rId6"/>
    <p:sldId id="939" r:id="rId7"/>
    <p:sldId id="984" r:id="rId8"/>
    <p:sldId id="989" r:id="rId9"/>
    <p:sldId id="983" r:id="rId10"/>
    <p:sldId id="257" r:id="rId11"/>
    <p:sldId id="258" r:id="rId12"/>
    <p:sldId id="990" r:id="rId13"/>
    <p:sldId id="259" r:id="rId14"/>
    <p:sldId id="260" r:id="rId15"/>
    <p:sldId id="994" r:id="rId16"/>
    <p:sldId id="995" r:id="rId17"/>
    <p:sldId id="996" r:id="rId18"/>
    <p:sldId id="985" r:id="rId19"/>
    <p:sldId id="997" r:id="rId20"/>
    <p:sldId id="262" r:id="rId21"/>
    <p:sldId id="1000" r:id="rId22"/>
    <p:sldId id="1001" r:id="rId23"/>
    <p:sldId id="998" r:id="rId24"/>
    <p:sldId id="1002" r:id="rId25"/>
    <p:sldId id="1003" r:id="rId26"/>
    <p:sldId id="1004" r:id="rId27"/>
    <p:sldId id="1005" r:id="rId28"/>
    <p:sldId id="1006" r:id="rId29"/>
    <p:sldId id="999" r:id="rId30"/>
    <p:sldId id="1007" r:id="rId31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40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09DC38C-D894-AFBB-0B5A-C5D53B8F2B8B}" name="Marie Stasse" initials="MS" userId="S::marie.stasse@nccn.fgov.be::50ac21f4-e2c2-44aa-a39c-6f753926901d" providerId="AD"/>
  <p188:author id="{5898619C-E766-92A1-DEEE-6F3A5DED7CA2}" name="Koen De Budt" initials="KB" userId="S::koen.debudt@nccn.fgov.be::0fb5e87f-4fb8-4c99-84bc-c1418562dc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DC38"/>
    <a:srgbClr val="1BAFA5"/>
    <a:srgbClr val="00A49A"/>
    <a:srgbClr val="EC3D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7A2B13-26AE-472C-8996-A0E3CB67967F}" v="25" dt="2024-10-01T09:47:40.7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097" autoAdjust="0"/>
  </p:normalViewPr>
  <p:slideViewPr>
    <p:cSldViewPr snapToGrid="0">
      <p:cViewPr varScale="1">
        <p:scale>
          <a:sx n="66" d="100"/>
          <a:sy n="66" d="100"/>
        </p:scale>
        <p:origin x="1301" y="48"/>
      </p:cViewPr>
      <p:guideLst>
        <p:guide orient="horz" pos="2160"/>
        <p:guide pos="3840"/>
        <p:guide orient="horz" pos="408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40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ost Schouppe" userId="a437c0ca-5ab3-4f08-9767-9b5d374740de" providerId="ADAL" clId="{7E7A2B13-26AE-472C-8996-A0E3CB67967F}"/>
    <pc:docChg chg="undo custSel addSld delSld modSld sldOrd">
      <pc:chgData name="Joost Schouppe" userId="a437c0ca-5ab3-4f08-9767-9b5d374740de" providerId="ADAL" clId="{7E7A2B13-26AE-472C-8996-A0E3CB67967F}" dt="2024-10-17T10:45:53.420" v="7915" actId="47"/>
      <pc:docMkLst>
        <pc:docMk/>
      </pc:docMkLst>
      <pc:sldChg chg="addSp modSp mod">
        <pc:chgData name="Joost Schouppe" userId="a437c0ca-5ab3-4f08-9767-9b5d374740de" providerId="ADAL" clId="{7E7A2B13-26AE-472C-8996-A0E3CB67967F}" dt="2024-09-25T21:10:31.186" v="7361" actId="20577"/>
        <pc:sldMkLst>
          <pc:docMk/>
          <pc:sldMk cId="868629193" sldId="256"/>
        </pc:sldMkLst>
        <pc:spChg chg="mod">
          <ac:chgData name="Joost Schouppe" userId="a437c0ca-5ab3-4f08-9767-9b5d374740de" providerId="ADAL" clId="{7E7A2B13-26AE-472C-8996-A0E3CB67967F}" dt="2024-09-23T12:28:50.704" v="709" actId="403"/>
          <ac:spMkLst>
            <pc:docMk/>
            <pc:sldMk cId="868629193" sldId="256"/>
            <ac:spMk id="2" creationId="{A69CEF57-8524-41FE-A33D-A35FB3EC9170}"/>
          </ac:spMkLst>
        </pc:spChg>
        <pc:spChg chg="mod">
          <ac:chgData name="Joost Schouppe" userId="a437c0ca-5ab3-4f08-9767-9b5d374740de" providerId="ADAL" clId="{7E7A2B13-26AE-472C-8996-A0E3CB67967F}" dt="2024-09-25T21:10:31.186" v="7361" actId="20577"/>
          <ac:spMkLst>
            <pc:docMk/>
            <pc:sldMk cId="868629193" sldId="256"/>
            <ac:spMk id="3" creationId="{35D2E7F3-898A-41BE-912D-78267C95B861}"/>
          </ac:spMkLst>
        </pc:spChg>
        <pc:spChg chg="add mod">
          <ac:chgData name="Joost Schouppe" userId="a437c0ca-5ab3-4f08-9767-9b5d374740de" providerId="ADAL" clId="{7E7A2B13-26AE-472C-8996-A0E3CB67967F}" dt="2024-09-23T12:29:08.095" v="717" actId="1076"/>
          <ac:spMkLst>
            <pc:docMk/>
            <pc:sldMk cId="868629193" sldId="256"/>
            <ac:spMk id="6" creationId="{345C0958-C8A9-F5DE-0FC0-B98335E92DCA}"/>
          </ac:spMkLst>
        </pc:spChg>
      </pc:sldChg>
      <pc:sldChg chg="addSp delSp modSp add mod modNotesTx">
        <pc:chgData name="Joost Schouppe" userId="a437c0ca-5ab3-4f08-9767-9b5d374740de" providerId="ADAL" clId="{7E7A2B13-26AE-472C-8996-A0E3CB67967F}" dt="2024-09-24T07:29:04.138" v="3456" actId="1076"/>
        <pc:sldMkLst>
          <pc:docMk/>
          <pc:sldMk cId="3969771863" sldId="257"/>
        </pc:sldMkLst>
        <pc:spChg chg="mod">
          <ac:chgData name="Joost Schouppe" userId="a437c0ca-5ab3-4f08-9767-9b5d374740de" providerId="ADAL" clId="{7E7A2B13-26AE-472C-8996-A0E3CB67967F}" dt="2024-09-23T12:43:50.535" v="1290" actId="1076"/>
          <ac:spMkLst>
            <pc:docMk/>
            <pc:sldMk cId="3969771863" sldId="257"/>
            <ac:spMk id="2" creationId="{BED0BC5B-0733-9B51-CAB4-83A85DAD1EC2}"/>
          </ac:spMkLst>
        </pc:spChg>
        <pc:spChg chg="del mod">
          <ac:chgData name="Joost Schouppe" userId="a437c0ca-5ab3-4f08-9767-9b5d374740de" providerId="ADAL" clId="{7E7A2B13-26AE-472C-8996-A0E3CB67967F}" dt="2024-09-23T12:43:40.199" v="1289" actId="478"/>
          <ac:spMkLst>
            <pc:docMk/>
            <pc:sldMk cId="3969771863" sldId="257"/>
            <ac:spMk id="3" creationId="{1E46E8EE-4766-2471-BEB1-B23C0EA200E4}"/>
          </ac:spMkLst>
        </pc:spChg>
        <pc:spChg chg="add mod">
          <ac:chgData name="Joost Schouppe" userId="a437c0ca-5ab3-4f08-9767-9b5d374740de" providerId="ADAL" clId="{7E7A2B13-26AE-472C-8996-A0E3CB67967F}" dt="2024-09-24T07:29:04.138" v="3456" actId="1076"/>
          <ac:spMkLst>
            <pc:docMk/>
            <pc:sldMk cId="3969771863" sldId="257"/>
            <ac:spMk id="6" creationId="{0C230FC8-9764-4828-8F67-637A8DD5B878}"/>
          </ac:spMkLst>
        </pc:spChg>
        <pc:spChg chg="add mod">
          <ac:chgData name="Joost Schouppe" userId="a437c0ca-5ab3-4f08-9767-9b5d374740de" providerId="ADAL" clId="{7E7A2B13-26AE-472C-8996-A0E3CB67967F}" dt="2024-09-23T12:44:22.792" v="1337" actId="1076"/>
          <ac:spMkLst>
            <pc:docMk/>
            <pc:sldMk cId="3969771863" sldId="257"/>
            <ac:spMk id="8" creationId="{6F6D3DDB-2304-EFE4-F507-510EDF75E3C5}"/>
          </ac:spMkLst>
        </pc:spChg>
        <pc:picChg chg="add mod">
          <ac:chgData name="Joost Schouppe" userId="a437c0ca-5ab3-4f08-9767-9b5d374740de" providerId="ADAL" clId="{7E7A2B13-26AE-472C-8996-A0E3CB67967F}" dt="2024-09-24T07:28:56.643" v="3453" actId="1076"/>
          <ac:picMkLst>
            <pc:docMk/>
            <pc:sldMk cId="3969771863" sldId="257"/>
            <ac:picMk id="5" creationId="{C30F6CF7-8410-8447-C679-AC7514C831A7}"/>
          </ac:picMkLst>
        </pc:picChg>
      </pc:sldChg>
      <pc:sldChg chg="addSp delSp modSp add mod modNotesTx">
        <pc:chgData name="Joost Schouppe" userId="a437c0ca-5ab3-4f08-9767-9b5d374740de" providerId="ADAL" clId="{7E7A2B13-26AE-472C-8996-A0E3CB67967F}" dt="2024-09-24T07:25:20.695" v="3371" actId="20577"/>
        <pc:sldMkLst>
          <pc:docMk/>
          <pc:sldMk cId="3707822746" sldId="258"/>
        </pc:sldMkLst>
        <pc:spChg chg="mod">
          <ac:chgData name="Joost Schouppe" userId="a437c0ca-5ab3-4f08-9767-9b5d374740de" providerId="ADAL" clId="{7E7A2B13-26AE-472C-8996-A0E3CB67967F}" dt="2024-09-23T12:47:55.623" v="1464" actId="403"/>
          <ac:spMkLst>
            <pc:docMk/>
            <pc:sldMk cId="3707822746" sldId="258"/>
            <ac:spMk id="2" creationId="{5A067F69-9885-61F3-0352-B292B2A0CBBF}"/>
          </ac:spMkLst>
        </pc:spChg>
        <pc:spChg chg="mod">
          <ac:chgData name="Joost Schouppe" userId="a437c0ca-5ab3-4f08-9767-9b5d374740de" providerId="ADAL" clId="{7E7A2B13-26AE-472C-8996-A0E3CB67967F}" dt="2024-09-23T12:48:00.973" v="1466" actId="1076"/>
          <ac:spMkLst>
            <pc:docMk/>
            <pc:sldMk cId="3707822746" sldId="258"/>
            <ac:spMk id="3" creationId="{5AD8747C-BB0A-7D39-C7A2-28FECE8358B0}"/>
          </ac:spMkLst>
        </pc:spChg>
        <pc:spChg chg="add del mod">
          <ac:chgData name="Joost Schouppe" userId="a437c0ca-5ab3-4f08-9767-9b5d374740de" providerId="ADAL" clId="{7E7A2B13-26AE-472C-8996-A0E3CB67967F}" dt="2024-09-23T12:46:08.199" v="1429" actId="22"/>
          <ac:spMkLst>
            <pc:docMk/>
            <pc:sldMk cId="3707822746" sldId="258"/>
            <ac:spMk id="5" creationId="{DF76FBE0-C98B-B6AD-1896-7AAB725BEA96}"/>
          </ac:spMkLst>
        </pc:spChg>
        <pc:spChg chg="add mod">
          <ac:chgData name="Joost Schouppe" userId="a437c0ca-5ab3-4f08-9767-9b5d374740de" providerId="ADAL" clId="{7E7A2B13-26AE-472C-8996-A0E3CB67967F}" dt="2024-09-24T07:24:39.204" v="3285" actId="20577"/>
          <ac:spMkLst>
            <pc:docMk/>
            <pc:sldMk cId="3707822746" sldId="258"/>
            <ac:spMk id="6" creationId="{37F74F0B-DE4E-E0AF-8381-BFEE4C5E1E95}"/>
          </ac:spMkLst>
        </pc:spChg>
      </pc:sldChg>
      <pc:sldChg chg="addSp modSp add mod">
        <pc:chgData name="Joost Schouppe" userId="a437c0ca-5ab3-4f08-9767-9b5d374740de" providerId="ADAL" clId="{7E7A2B13-26AE-472C-8996-A0E3CB67967F}" dt="2024-09-23T12:47:50.341" v="1462" actId="404"/>
        <pc:sldMkLst>
          <pc:docMk/>
          <pc:sldMk cId="2565880908" sldId="259"/>
        </pc:sldMkLst>
        <pc:spChg chg="mod">
          <ac:chgData name="Joost Schouppe" userId="a437c0ca-5ab3-4f08-9767-9b5d374740de" providerId="ADAL" clId="{7E7A2B13-26AE-472C-8996-A0E3CB67967F}" dt="2024-09-23T12:47:50.341" v="1462" actId="404"/>
          <ac:spMkLst>
            <pc:docMk/>
            <pc:sldMk cId="2565880908" sldId="259"/>
            <ac:spMk id="2" creationId="{98BFF3B2-7E45-1F00-6CCE-26CF0A6A0BEF}"/>
          </ac:spMkLst>
        </pc:spChg>
        <pc:spChg chg="mod">
          <ac:chgData name="Joost Schouppe" userId="a437c0ca-5ab3-4f08-9767-9b5d374740de" providerId="ADAL" clId="{7E7A2B13-26AE-472C-8996-A0E3CB67967F}" dt="2024-09-23T12:47:30.641" v="1452" actId="403"/>
          <ac:spMkLst>
            <pc:docMk/>
            <pc:sldMk cId="2565880908" sldId="259"/>
            <ac:spMk id="3" creationId="{972E3D70-AECE-D72A-8AD9-35C8D921BE32}"/>
          </ac:spMkLst>
        </pc:spChg>
        <pc:spChg chg="add mod">
          <ac:chgData name="Joost Schouppe" userId="a437c0ca-5ab3-4f08-9767-9b5d374740de" providerId="ADAL" clId="{7E7A2B13-26AE-472C-8996-A0E3CB67967F}" dt="2024-09-23T12:47:34.825" v="1454" actId="403"/>
          <ac:spMkLst>
            <pc:docMk/>
            <pc:sldMk cId="2565880908" sldId="259"/>
            <ac:spMk id="4" creationId="{523D0A3C-B9E5-4609-5B30-9072B9392154}"/>
          </ac:spMkLst>
        </pc:spChg>
      </pc:sldChg>
      <pc:sldChg chg="modSp add mod ord modNotesTx">
        <pc:chgData name="Joost Schouppe" userId="a437c0ca-5ab3-4f08-9767-9b5d374740de" providerId="ADAL" clId="{7E7A2B13-26AE-472C-8996-A0E3CB67967F}" dt="2024-09-23T14:52:58.687" v="2629" actId="20577"/>
        <pc:sldMkLst>
          <pc:docMk/>
          <pc:sldMk cId="604152298" sldId="260"/>
        </pc:sldMkLst>
        <pc:spChg chg="mod">
          <ac:chgData name="Joost Schouppe" userId="a437c0ca-5ab3-4f08-9767-9b5d374740de" providerId="ADAL" clId="{7E7A2B13-26AE-472C-8996-A0E3CB67967F}" dt="2024-09-23T13:27:56.170" v="2495" actId="20577"/>
          <ac:spMkLst>
            <pc:docMk/>
            <pc:sldMk cId="604152298" sldId="260"/>
            <ac:spMk id="2" creationId="{42E761ED-C784-9E3B-AA42-B8D0C693125F}"/>
          </ac:spMkLst>
        </pc:spChg>
        <pc:picChg chg="mod">
          <ac:chgData name="Joost Schouppe" userId="a437c0ca-5ab3-4f08-9767-9b5d374740de" providerId="ADAL" clId="{7E7A2B13-26AE-472C-8996-A0E3CB67967F}" dt="2024-09-23T13:27:51.229" v="2476" actId="1076"/>
          <ac:picMkLst>
            <pc:docMk/>
            <pc:sldMk cId="604152298" sldId="260"/>
            <ac:picMk id="4" creationId="{59B81696-D762-68DC-5598-55B7ECFA147D}"/>
          </ac:picMkLst>
        </pc:picChg>
      </pc:sldChg>
      <pc:sldChg chg="add del">
        <pc:chgData name="Joost Schouppe" userId="a437c0ca-5ab3-4f08-9767-9b5d374740de" providerId="ADAL" clId="{7E7A2B13-26AE-472C-8996-A0E3CB67967F}" dt="2024-09-23T13:27:28.717" v="2471" actId="2696"/>
        <pc:sldMkLst>
          <pc:docMk/>
          <pc:sldMk cId="846142670" sldId="260"/>
        </pc:sldMkLst>
      </pc:sldChg>
      <pc:sldChg chg="add del">
        <pc:chgData name="Joost Schouppe" userId="a437c0ca-5ab3-4f08-9767-9b5d374740de" providerId="ADAL" clId="{7E7A2B13-26AE-472C-8996-A0E3CB67967F}" dt="2024-09-23T14:58:53.547" v="2937" actId="47"/>
        <pc:sldMkLst>
          <pc:docMk/>
          <pc:sldMk cId="3175282788" sldId="261"/>
        </pc:sldMkLst>
      </pc:sldChg>
      <pc:sldChg chg="addSp delSp modSp mod modNotesTx">
        <pc:chgData name="Joost Schouppe" userId="a437c0ca-5ab3-4f08-9767-9b5d374740de" providerId="ADAL" clId="{7E7A2B13-26AE-472C-8996-A0E3CB67967F}" dt="2024-09-24T09:46:25.642" v="4274" actId="1076"/>
        <pc:sldMkLst>
          <pc:docMk/>
          <pc:sldMk cId="2933575614" sldId="262"/>
        </pc:sldMkLst>
        <pc:spChg chg="mod">
          <ac:chgData name="Joost Schouppe" userId="a437c0ca-5ab3-4f08-9767-9b5d374740de" providerId="ADAL" clId="{7E7A2B13-26AE-472C-8996-A0E3CB67967F}" dt="2024-09-24T09:46:21.924" v="4273" actId="114"/>
          <ac:spMkLst>
            <pc:docMk/>
            <pc:sldMk cId="2933575614" sldId="262"/>
            <ac:spMk id="2" creationId="{187ED41A-101D-4BFF-9E8B-23D24F87068A}"/>
          </ac:spMkLst>
        </pc:spChg>
        <pc:spChg chg="mod">
          <ac:chgData name="Joost Schouppe" userId="a437c0ca-5ab3-4f08-9767-9b5d374740de" providerId="ADAL" clId="{7E7A2B13-26AE-472C-8996-A0E3CB67967F}" dt="2024-09-24T09:44:26.624" v="4211" actId="207"/>
          <ac:spMkLst>
            <pc:docMk/>
            <pc:sldMk cId="2933575614" sldId="262"/>
            <ac:spMk id="3" creationId="{119CED02-C110-473B-A44F-D9B0F02BFD87}"/>
          </ac:spMkLst>
        </pc:spChg>
        <pc:spChg chg="add del mod">
          <ac:chgData name="Joost Schouppe" userId="a437c0ca-5ab3-4f08-9767-9b5d374740de" providerId="ADAL" clId="{7E7A2B13-26AE-472C-8996-A0E3CB67967F}" dt="2024-09-24T09:45:57.584" v="4247"/>
          <ac:spMkLst>
            <pc:docMk/>
            <pc:sldMk cId="2933575614" sldId="262"/>
            <ac:spMk id="10" creationId="{7A5323E7-352F-9EA6-9174-2DC3D1650EDA}"/>
          </ac:spMkLst>
        </pc:spChg>
        <pc:picChg chg="add mod">
          <ac:chgData name="Joost Schouppe" userId="a437c0ca-5ab3-4f08-9767-9b5d374740de" providerId="ADAL" clId="{7E7A2B13-26AE-472C-8996-A0E3CB67967F}" dt="2024-09-24T09:46:25.642" v="4274" actId="1076"/>
          <ac:picMkLst>
            <pc:docMk/>
            <pc:sldMk cId="2933575614" sldId="262"/>
            <ac:picMk id="9" creationId="{51A2DD7D-FB6F-A71A-92CA-80108DA3A88E}"/>
          </ac:picMkLst>
        </pc:picChg>
      </pc:sldChg>
      <pc:sldChg chg="add del">
        <pc:chgData name="Joost Schouppe" userId="a437c0ca-5ab3-4f08-9767-9b5d374740de" providerId="ADAL" clId="{7E7A2B13-26AE-472C-8996-A0E3CB67967F}" dt="2024-09-23T14:59:56.999" v="2938" actId="47"/>
        <pc:sldMkLst>
          <pc:docMk/>
          <pc:sldMk cId="3643321402" sldId="263"/>
        </pc:sldMkLst>
      </pc:sldChg>
      <pc:sldChg chg="add del">
        <pc:chgData name="Joost Schouppe" userId="a437c0ca-5ab3-4f08-9767-9b5d374740de" providerId="ADAL" clId="{7E7A2B13-26AE-472C-8996-A0E3CB67967F}" dt="2024-09-23T14:59:58.273" v="2939" actId="47"/>
        <pc:sldMkLst>
          <pc:docMk/>
          <pc:sldMk cId="1768527389" sldId="264"/>
        </pc:sldMkLst>
      </pc:sldChg>
      <pc:sldChg chg="add del">
        <pc:chgData name="Joost Schouppe" userId="a437c0ca-5ab3-4f08-9767-9b5d374740de" providerId="ADAL" clId="{7E7A2B13-26AE-472C-8996-A0E3CB67967F}" dt="2024-09-23T14:59:58.806" v="2940" actId="47"/>
        <pc:sldMkLst>
          <pc:docMk/>
          <pc:sldMk cId="3659709293" sldId="265"/>
        </pc:sldMkLst>
      </pc:sldChg>
      <pc:sldChg chg="add del">
        <pc:chgData name="Joost Schouppe" userId="a437c0ca-5ab3-4f08-9767-9b5d374740de" providerId="ADAL" clId="{7E7A2B13-26AE-472C-8996-A0E3CB67967F}" dt="2024-09-23T14:59:59.775" v="2941" actId="47"/>
        <pc:sldMkLst>
          <pc:docMk/>
          <pc:sldMk cId="3633785662" sldId="266"/>
        </pc:sldMkLst>
      </pc:sldChg>
      <pc:sldChg chg="add del">
        <pc:chgData name="Joost Schouppe" userId="a437c0ca-5ab3-4f08-9767-9b5d374740de" providerId="ADAL" clId="{7E7A2B13-26AE-472C-8996-A0E3CB67967F}" dt="2024-09-23T15:07:34.804" v="3270" actId="47"/>
        <pc:sldMkLst>
          <pc:docMk/>
          <pc:sldMk cId="1450053665" sldId="267"/>
        </pc:sldMkLst>
      </pc:sldChg>
      <pc:sldChg chg="add del ord">
        <pc:chgData name="Joost Schouppe" userId="a437c0ca-5ab3-4f08-9767-9b5d374740de" providerId="ADAL" clId="{7E7A2B13-26AE-472C-8996-A0E3CB67967F}" dt="2024-09-24T07:29:31.454" v="3457" actId="47"/>
        <pc:sldMkLst>
          <pc:docMk/>
          <pc:sldMk cId="1165937955" sldId="268"/>
        </pc:sldMkLst>
      </pc:sldChg>
      <pc:sldChg chg="del">
        <pc:chgData name="Joost Schouppe" userId="a437c0ca-5ab3-4f08-9767-9b5d374740de" providerId="ADAL" clId="{7E7A2B13-26AE-472C-8996-A0E3CB67967F}" dt="2024-09-23T09:23:36.234" v="5" actId="47"/>
        <pc:sldMkLst>
          <pc:docMk/>
          <pc:sldMk cId="1450172050" sldId="934"/>
        </pc:sldMkLst>
      </pc:sldChg>
      <pc:sldChg chg="del">
        <pc:chgData name="Joost Schouppe" userId="a437c0ca-5ab3-4f08-9767-9b5d374740de" providerId="ADAL" clId="{7E7A2B13-26AE-472C-8996-A0E3CB67967F}" dt="2024-09-23T09:24:35.729" v="10" actId="47"/>
        <pc:sldMkLst>
          <pc:docMk/>
          <pc:sldMk cId="2445973281" sldId="936"/>
        </pc:sldMkLst>
      </pc:sldChg>
      <pc:sldChg chg="ord">
        <pc:chgData name="Joost Schouppe" userId="a437c0ca-5ab3-4f08-9767-9b5d374740de" providerId="ADAL" clId="{7E7A2B13-26AE-472C-8996-A0E3CB67967F}" dt="2024-09-23T09:24:29.813" v="8"/>
        <pc:sldMkLst>
          <pc:docMk/>
          <pc:sldMk cId="1027099746" sldId="939"/>
        </pc:sldMkLst>
      </pc:sldChg>
      <pc:sldChg chg="del">
        <pc:chgData name="Joost Schouppe" userId="a437c0ca-5ab3-4f08-9767-9b5d374740de" providerId="ADAL" clId="{7E7A2B13-26AE-472C-8996-A0E3CB67967F}" dt="2024-09-23T09:24:21.955" v="6" actId="47"/>
        <pc:sldMkLst>
          <pc:docMk/>
          <pc:sldMk cId="3886168903" sldId="958"/>
        </pc:sldMkLst>
      </pc:sldChg>
      <pc:sldChg chg="del">
        <pc:chgData name="Joost Schouppe" userId="a437c0ca-5ab3-4f08-9767-9b5d374740de" providerId="ADAL" clId="{7E7A2B13-26AE-472C-8996-A0E3CB67967F}" dt="2024-09-23T09:24:34.332" v="9" actId="47"/>
        <pc:sldMkLst>
          <pc:docMk/>
          <pc:sldMk cId="4245948535" sldId="975"/>
        </pc:sldMkLst>
      </pc:sldChg>
      <pc:sldChg chg="del">
        <pc:chgData name="Joost Schouppe" userId="a437c0ca-5ab3-4f08-9767-9b5d374740de" providerId="ADAL" clId="{7E7A2B13-26AE-472C-8996-A0E3CB67967F}" dt="2024-09-23T09:24:37.334" v="11" actId="47"/>
        <pc:sldMkLst>
          <pc:docMk/>
          <pc:sldMk cId="1700177168" sldId="980"/>
        </pc:sldMkLst>
      </pc:sldChg>
      <pc:sldChg chg="modSp mod">
        <pc:chgData name="Joost Schouppe" userId="a437c0ca-5ab3-4f08-9767-9b5d374740de" providerId="ADAL" clId="{7E7A2B13-26AE-472C-8996-A0E3CB67967F}" dt="2024-09-23T09:22:45.050" v="4" actId="20577"/>
        <pc:sldMkLst>
          <pc:docMk/>
          <pc:sldMk cId="3234720015" sldId="981"/>
        </pc:sldMkLst>
        <pc:spChg chg="mod">
          <ac:chgData name="Joost Schouppe" userId="a437c0ca-5ab3-4f08-9767-9b5d374740de" providerId="ADAL" clId="{7E7A2B13-26AE-472C-8996-A0E3CB67967F}" dt="2024-09-23T09:22:45.050" v="4" actId="20577"/>
          <ac:spMkLst>
            <pc:docMk/>
            <pc:sldMk cId="3234720015" sldId="981"/>
            <ac:spMk id="3" creationId="{0269CC16-A0E0-AEED-8853-8A54ED65D55A}"/>
          </ac:spMkLst>
        </pc:spChg>
      </pc:sldChg>
      <pc:sldChg chg="del">
        <pc:chgData name="Joost Schouppe" userId="a437c0ca-5ab3-4f08-9767-9b5d374740de" providerId="ADAL" clId="{7E7A2B13-26AE-472C-8996-A0E3CB67967F}" dt="2024-09-23T09:24:38.697" v="12" actId="47"/>
        <pc:sldMkLst>
          <pc:docMk/>
          <pc:sldMk cId="928746185" sldId="982"/>
        </pc:sldMkLst>
      </pc:sldChg>
      <pc:sldChg chg="ord">
        <pc:chgData name="Joost Schouppe" userId="a437c0ca-5ab3-4f08-9767-9b5d374740de" providerId="ADAL" clId="{7E7A2B13-26AE-472C-8996-A0E3CB67967F}" dt="2024-09-23T09:24:55.501" v="14"/>
        <pc:sldMkLst>
          <pc:docMk/>
          <pc:sldMk cId="3491720710" sldId="983"/>
        </pc:sldMkLst>
      </pc:sldChg>
      <pc:sldChg chg="modNotesTx">
        <pc:chgData name="Joost Schouppe" userId="a437c0ca-5ab3-4f08-9767-9b5d374740de" providerId="ADAL" clId="{7E7A2B13-26AE-472C-8996-A0E3CB67967F}" dt="2024-09-23T09:50:12.311" v="192" actId="20577"/>
        <pc:sldMkLst>
          <pc:docMk/>
          <pc:sldMk cId="3184938062" sldId="984"/>
        </pc:sldMkLst>
      </pc:sldChg>
      <pc:sldChg chg="addSp delSp modSp new mod modNotesTx">
        <pc:chgData name="Joost Schouppe" userId="a437c0ca-5ab3-4f08-9767-9b5d374740de" providerId="ADAL" clId="{7E7A2B13-26AE-472C-8996-A0E3CB67967F}" dt="2024-09-25T21:29:36.237" v="7610" actId="20577"/>
        <pc:sldMkLst>
          <pc:docMk/>
          <pc:sldMk cId="1575749956" sldId="985"/>
        </pc:sldMkLst>
        <pc:spChg chg="add del mod">
          <ac:chgData name="Joost Schouppe" userId="a437c0ca-5ab3-4f08-9767-9b5d374740de" providerId="ADAL" clId="{7E7A2B13-26AE-472C-8996-A0E3CB67967F}" dt="2024-09-23T11:41:16.523" v="348" actId="1076"/>
          <ac:spMkLst>
            <pc:docMk/>
            <pc:sldMk cId="1575749956" sldId="985"/>
            <ac:spMk id="2" creationId="{923B0E20-FC48-B556-92CA-57D7494F20E9}"/>
          </ac:spMkLst>
        </pc:spChg>
        <pc:spChg chg="add del">
          <ac:chgData name="Joost Schouppe" userId="a437c0ca-5ab3-4f08-9767-9b5d374740de" providerId="ADAL" clId="{7E7A2B13-26AE-472C-8996-A0E3CB67967F}" dt="2024-09-23T11:40:53.859" v="318" actId="22"/>
          <ac:spMkLst>
            <pc:docMk/>
            <pc:sldMk cId="1575749956" sldId="985"/>
            <ac:spMk id="3" creationId="{298CE52C-C38B-54D7-559C-27A80DE9433E}"/>
          </ac:spMkLst>
        </pc:spChg>
        <pc:spChg chg="add del">
          <ac:chgData name="Joost Schouppe" userId="a437c0ca-5ab3-4f08-9767-9b5d374740de" providerId="ADAL" clId="{7E7A2B13-26AE-472C-8996-A0E3CB67967F}" dt="2024-09-23T11:41:06.146" v="343" actId="478"/>
          <ac:spMkLst>
            <pc:docMk/>
            <pc:sldMk cId="1575749956" sldId="985"/>
            <ac:spMk id="4" creationId="{1745E652-2184-47EB-FC0A-556A74891D4E}"/>
          </ac:spMkLst>
        </pc:spChg>
        <pc:spChg chg="add del mod">
          <ac:chgData name="Joost Schouppe" userId="a437c0ca-5ab3-4f08-9767-9b5d374740de" providerId="ADAL" clId="{7E7A2B13-26AE-472C-8996-A0E3CB67967F}" dt="2024-09-23T15:08:49.916" v="3276" actId="478"/>
          <ac:spMkLst>
            <pc:docMk/>
            <pc:sldMk cId="1575749956" sldId="985"/>
            <ac:spMk id="10" creationId="{A12791D8-57A3-1C5D-EBD2-7D04000640D1}"/>
          </ac:spMkLst>
        </pc:spChg>
        <pc:picChg chg="add del mod">
          <ac:chgData name="Joost Schouppe" userId="a437c0ca-5ab3-4f08-9767-9b5d374740de" providerId="ADAL" clId="{7E7A2B13-26AE-472C-8996-A0E3CB67967F}" dt="2024-09-23T11:40:47.844" v="317" actId="22"/>
          <ac:picMkLst>
            <pc:docMk/>
            <pc:sldMk cId="1575749956" sldId="985"/>
            <ac:picMk id="6" creationId="{3475089E-5885-E375-CEDD-690A9DD41512}"/>
          </ac:picMkLst>
        </pc:picChg>
        <pc:picChg chg="add del mod ord">
          <ac:chgData name="Joost Schouppe" userId="a437c0ca-5ab3-4f08-9767-9b5d374740de" providerId="ADAL" clId="{7E7A2B13-26AE-472C-8996-A0E3CB67967F}" dt="2024-09-23T15:08:47.234" v="3274" actId="478"/>
          <ac:picMkLst>
            <pc:docMk/>
            <pc:sldMk cId="1575749956" sldId="985"/>
            <ac:picMk id="8" creationId="{FA26AE40-E4CE-1E45-201E-96C558B81996}"/>
          </ac:picMkLst>
        </pc:picChg>
        <pc:picChg chg="add mod">
          <ac:chgData name="Joost Schouppe" userId="a437c0ca-5ab3-4f08-9767-9b5d374740de" providerId="ADAL" clId="{7E7A2B13-26AE-472C-8996-A0E3CB67967F}" dt="2024-09-23T15:09:06.052" v="3283" actId="1076"/>
          <ac:picMkLst>
            <pc:docMk/>
            <pc:sldMk cId="1575749956" sldId="985"/>
            <ac:picMk id="12" creationId="{F04F83DC-9ED9-D585-FC93-85524570B8E3}"/>
          </ac:picMkLst>
        </pc:picChg>
      </pc:sldChg>
      <pc:sldChg chg="add del">
        <pc:chgData name="Joost Schouppe" userId="a437c0ca-5ab3-4f08-9767-9b5d374740de" providerId="ADAL" clId="{7E7A2B13-26AE-472C-8996-A0E3CB67967F}" dt="2024-09-23T15:03:36.071" v="2953" actId="47"/>
        <pc:sldMkLst>
          <pc:docMk/>
          <pc:sldMk cId="4293501478" sldId="986"/>
        </pc:sldMkLst>
      </pc:sldChg>
      <pc:sldChg chg="modSp new del mod">
        <pc:chgData name="Joost Schouppe" userId="a437c0ca-5ab3-4f08-9767-9b5d374740de" providerId="ADAL" clId="{7E7A2B13-26AE-472C-8996-A0E3CB67967F}" dt="2024-09-23T15:07:43.983" v="3273" actId="47"/>
        <pc:sldMkLst>
          <pc:docMk/>
          <pc:sldMk cId="1347675416" sldId="987"/>
        </pc:sldMkLst>
        <pc:spChg chg="mod">
          <ac:chgData name="Joost Schouppe" userId="a437c0ca-5ab3-4f08-9767-9b5d374740de" providerId="ADAL" clId="{7E7A2B13-26AE-472C-8996-A0E3CB67967F}" dt="2024-09-23T09:47:20.686" v="31" actId="20577"/>
          <ac:spMkLst>
            <pc:docMk/>
            <pc:sldMk cId="1347675416" sldId="987"/>
            <ac:spMk id="2" creationId="{3BD1F164-0337-345F-7B5D-7D7C97FEAF21}"/>
          </ac:spMkLst>
        </pc:spChg>
      </pc:sldChg>
      <pc:sldChg chg="modSp new del mod">
        <pc:chgData name="Joost Schouppe" userId="a437c0ca-5ab3-4f08-9767-9b5d374740de" providerId="ADAL" clId="{7E7A2B13-26AE-472C-8996-A0E3CB67967F}" dt="2024-09-23T13:19:46.891" v="1815" actId="47"/>
        <pc:sldMkLst>
          <pc:docMk/>
          <pc:sldMk cId="2573456206" sldId="988"/>
        </pc:sldMkLst>
        <pc:spChg chg="mod">
          <ac:chgData name="Joost Schouppe" userId="a437c0ca-5ab3-4f08-9767-9b5d374740de" providerId="ADAL" clId="{7E7A2B13-26AE-472C-8996-A0E3CB67967F}" dt="2024-09-23T09:50:40.518" v="237" actId="20577"/>
          <ac:spMkLst>
            <pc:docMk/>
            <pc:sldMk cId="2573456206" sldId="988"/>
            <ac:spMk id="2" creationId="{8C6F876D-364B-FE1E-6F83-15EB0F911322}"/>
          </ac:spMkLst>
        </pc:spChg>
        <pc:spChg chg="mod">
          <ac:chgData name="Joost Schouppe" userId="a437c0ca-5ab3-4f08-9767-9b5d374740de" providerId="ADAL" clId="{7E7A2B13-26AE-472C-8996-A0E3CB67967F}" dt="2024-09-23T09:52:16.211" v="297" actId="20577"/>
          <ac:spMkLst>
            <pc:docMk/>
            <pc:sldMk cId="2573456206" sldId="988"/>
            <ac:spMk id="3" creationId="{00E27B4F-CC2E-199C-B54B-8FEE0DD3FD9C}"/>
          </ac:spMkLst>
        </pc:spChg>
      </pc:sldChg>
      <pc:sldChg chg="addSp modSp new mod modNotesTx">
        <pc:chgData name="Joost Schouppe" userId="a437c0ca-5ab3-4f08-9767-9b5d374740de" providerId="ADAL" clId="{7E7A2B13-26AE-472C-8996-A0E3CB67967F}" dt="2024-09-23T12:31:03.688" v="955" actId="20577"/>
        <pc:sldMkLst>
          <pc:docMk/>
          <pc:sldMk cId="1869044045" sldId="989"/>
        </pc:sldMkLst>
        <pc:spChg chg="mod">
          <ac:chgData name="Joost Schouppe" userId="a437c0ca-5ab3-4f08-9767-9b5d374740de" providerId="ADAL" clId="{7E7A2B13-26AE-472C-8996-A0E3CB67967F}" dt="2024-09-23T12:24:35.046" v="470" actId="20577"/>
          <ac:spMkLst>
            <pc:docMk/>
            <pc:sldMk cId="1869044045" sldId="989"/>
            <ac:spMk id="2" creationId="{2BF9B0AF-42E7-442F-6FF1-8BBE954A1E45}"/>
          </ac:spMkLst>
        </pc:spChg>
        <pc:spChg chg="mod">
          <ac:chgData name="Joost Schouppe" userId="a437c0ca-5ab3-4f08-9767-9b5d374740de" providerId="ADAL" clId="{7E7A2B13-26AE-472C-8996-A0E3CB67967F}" dt="2024-09-23T12:30:11.174" v="807" actId="20577"/>
          <ac:spMkLst>
            <pc:docMk/>
            <pc:sldMk cId="1869044045" sldId="989"/>
            <ac:spMk id="3" creationId="{10D7F0F2-8437-A005-A0C4-835EDD124374}"/>
          </ac:spMkLst>
        </pc:spChg>
        <pc:spChg chg="mod">
          <ac:chgData name="Joost Schouppe" userId="a437c0ca-5ab3-4f08-9767-9b5d374740de" providerId="ADAL" clId="{7E7A2B13-26AE-472C-8996-A0E3CB67967F}" dt="2024-09-23T12:24:39.239" v="484" actId="20577"/>
          <ac:spMkLst>
            <pc:docMk/>
            <pc:sldMk cId="1869044045" sldId="989"/>
            <ac:spMk id="4" creationId="{2DE2E355-6F6A-4C75-84FF-EDBC5DDCE79C}"/>
          </ac:spMkLst>
        </pc:spChg>
        <pc:spChg chg="add mod">
          <ac:chgData name="Joost Schouppe" userId="a437c0ca-5ab3-4f08-9767-9b5d374740de" providerId="ADAL" clId="{7E7A2B13-26AE-472C-8996-A0E3CB67967F}" dt="2024-09-23T12:28:07.687" v="698" actId="1076"/>
          <ac:spMkLst>
            <pc:docMk/>
            <pc:sldMk cId="1869044045" sldId="989"/>
            <ac:spMk id="8" creationId="{B3E0272C-AAE5-6C3E-03EC-42371EF9B87A}"/>
          </ac:spMkLst>
        </pc:spChg>
        <pc:picChg chg="add mod">
          <ac:chgData name="Joost Schouppe" userId="a437c0ca-5ab3-4f08-9767-9b5d374740de" providerId="ADAL" clId="{7E7A2B13-26AE-472C-8996-A0E3CB67967F}" dt="2024-09-23T12:28:09.728" v="699" actId="1076"/>
          <ac:picMkLst>
            <pc:docMk/>
            <pc:sldMk cId="1869044045" sldId="989"/>
            <ac:picMk id="6" creationId="{C34B646B-CFA7-6C52-3096-59FE587FCEF7}"/>
          </ac:picMkLst>
        </pc:picChg>
      </pc:sldChg>
      <pc:sldChg chg="addSp modSp new mod ord modNotesTx">
        <pc:chgData name="Joost Schouppe" userId="a437c0ca-5ab3-4f08-9767-9b5d374740de" providerId="ADAL" clId="{7E7A2B13-26AE-472C-8996-A0E3CB67967F}" dt="2024-09-24T07:25:23.771" v="3373"/>
        <pc:sldMkLst>
          <pc:docMk/>
          <pc:sldMk cId="903393643" sldId="990"/>
        </pc:sldMkLst>
        <pc:picChg chg="add mod">
          <ac:chgData name="Joost Schouppe" userId="a437c0ca-5ab3-4f08-9767-9b5d374740de" providerId="ADAL" clId="{7E7A2B13-26AE-472C-8996-A0E3CB67967F}" dt="2024-09-23T14:51:56.609" v="2509" actId="1036"/>
          <ac:picMkLst>
            <pc:docMk/>
            <pc:sldMk cId="903393643" sldId="990"/>
            <ac:picMk id="5" creationId="{67FBF152-033C-7075-A425-FD42808636D2}"/>
          </ac:picMkLst>
        </pc:picChg>
      </pc:sldChg>
      <pc:sldChg chg="addSp delSp modSp new del mod ord">
        <pc:chgData name="Joost Schouppe" userId="a437c0ca-5ab3-4f08-9767-9b5d374740de" providerId="ADAL" clId="{7E7A2B13-26AE-472C-8996-A0E3CB67967F}" dt="2024-10-17T10:45:49.525" v="7913" actId="47"/>
        <pc:sldMkLst>
          <pc:docMk/>
          <pc:sldMk cId="457177549" sldId="991"/>
        </pc:sldMkLst>
        <pc:spChg chg="del">
          <ac:chgData name="Joost Schouppe" userId="a437c0ca-5ab3-4f08-9767-9b5d374740de" providerId="ADAL" clId="{7E7A2B13-26AE-472C-8996-A0E3CB67967F}" dt="2024-09-23T13:07:17.820" v="1474" actId="478"/>
          <ac:spMkLst>
            <pc:docMk/>
            <pc:sldMk cId="457177549" sldId="991"/>
            <ac:spMk id="2" creationId="{C62DF913-AC6A-B08E-9013-05D6D8B8CD09}"/>
          </ac:spMkLst>
        </pc:spChg>
        <pc:spChg chg="del">
          <ac:chgData name="Joost Schouppe" userId="a437c0ca-5ab3-4f08-9767-9b5d374740de" providerId="ADAL" clId="{7E7A2B13-26AE-472C-8996-A0E3CB67967F}" dt="2024-09-23T13:06:59.720" v="1471"/>
          <ac:spMkLst>
            <pc:docMk/>
            <pc:sldMk cId="457177549" sldId="991"/>
            <ac:spMk id="3" creationId="{DDE3B1DA-429E-F03D-44CC-A61C9579BB5B}"/>
          </ac:spMkLst>
        </pc:spChg>
        <pc:picChg chg="add mod">
          <ac:chgData name="Joost Schouppe" userId="a437c0ca-5ab3-4f08-9767-9b5d374740de" providerId="ADAL" clId="{7E7A2B13-26AE-472C-8996-A0E3CB67967F}" dt="2024-09-23T13:07:18.701" v="1475" actId="1076"/>
          <ac:picMkLst>
            <pc:docMk/>
            <pc:sldMk cId="457177549" sldId="991"/>
            <ac:picMk id="5" creationId="{CD059819-84C5-55DC-4583-C5348E4EB6F1}"/>
          </ac:picMkLst>
        </pc:picChg>
      </pc:sldChg>
      <pc:sldChg chg="addSp delSp modSp new del mod modNotesTx">
        <pc:chgData name="Joost Schouppe" userId="a437c0ca-5ab3-4f08-9767-9b5d374740de" providerId="ADAL" clId="{7E7A2B13-26AE-472C-8996-A0E3CB67967F}" dt="2024-10-17T10:45:52.875" v="7914" actId="47"/>
        <pc:sldMkLst>
          <pc:docMk/>
          <pc:sldMk cId="4181142965" sldId="992"/>
        </pc:sldMkLst>
        <pc:spChg chg="mod">
          <ac:chgData name="Joost Schouppe" userId="a437c0ca-5ab3-4f08-9767-9b5d374740de" providerId="ADAL" clId="{7E7A2B13-26AE-472C-8996-A0E3CB67967F}" dt="2024-09-23T13:08:15.952" v="1518" actId="313"/>
          <ac:spMkLst>
            <pc:docMk/>
            <pc:sldMk cId="4181142965" sldId="992"/>
            <ac:spMk id="2" creationId="{D32D4111-5BB0-1D2F-73A0-E24599C99EEC}"/>
          </ac:spMkLst>
        </pc:spChg>
        <pc:spChg chg="del">
          <ac:chgData name="Joost Schouppe" userId="a437c0ca-5ab3-4f08-9767-9b5d374740de" providerId="ADAL" clId="{7E7A2B13-26AE-472C-8996-A0E3CB67967F}" dt="2024-09-23T13:08:17.289" v="1519"/>
          <ac:spMkLst>
            <pc:docMk/>
            <pc:sldMk cId="4181142965" sldId="992"/>
            <ac:spMk id="3" creationId="{BC1E3530-DB5D-58A9-6689-CFB4BD3EA522}"/>
          </ac:spMkLst>
        </pc:spChg>
        <pc:spChg chg="add del">
          <ac:chgData name="Joost Schouppe" userId="a437c0ca-5ab3-4f08-9767-9b5d374740de" providerId="ADAL" clId="{7E7A2B13-26AE-472C-8996-A0E3CB67967F}" dt="2024-09-23T13:09:44.033" v="1525" actId="22"/>
          <ac:spMkLst>
            <pc:docMk/>
            <pc:sldMk cId="4181142965" sldId="992"/>
            <ac:spMk id="7" creationId="{54055C56-5389-429A-AAAF-96F27AFA4167}"/>
          </ac:spMkLst>
        </pc:spChg>
        <pc:picChg chg="add mod">
          <ac:chgData name="Joost Schouppe" userId="a437c0ca-5ab3-4f08-9767-9b5d374740de" providerId="ADAL" clId="{7E7A2B13-26AE-472C-8996-A0E3CB67967F}" dt="2024-09-23T13:08:21.981" v="1523" actId="14100"/>
          <ac:picMkLst>
            <pc:docMk/>
            <pc:sldMk cId="4181142965" sldId="992"/>
            <ac:picMk id="5" creationId="{7011C804-316E-2B2F-559C-724AE82E6A59}"/>
          </ac:picMkLst>
        </pc:picChg>
        <pc:picChg chg="add mod">
          <ac:chgData name="Joost Schouppe" userId="a437c0ca-5ab3-4f08-9767-9b5d374740de" providerId="ADAL" clId="{7E7A2B13-26AE-472C-8996-A0E3CB67967F}" dt="2024-09-23T13:09:59.493" v="1532" actId="1076"/>
          <ac:picMkLst>
            <pc:docMk/>
            <pc:sldMk cId="4181142965" sldId="992"/>
            <ac:picMk id="9" creationId="{00AB138C-1D90-2537-AD60-21416BCECA6C}"/>
          </ac:picMkLst>
        </pc:picChg>
      </pc:sldChg>
      <pc:sldChg chg="addSp delSp modSp new del mod modNotesTx">
        <pc:chgData name="Joost Schouppe" userId="a437c0ca-5ab3-4f08-9767-9b5d374740de" providerId="ADAL" clId="{7E7A2B13-26AE-472C-8996-A0E3CB67967F}" dt="2024-10-17T10:45:53.420" v="7915" actId="47"/>
        <pc:sldMkLst>
          <pc:docMk/>
          <pc:sldMk cId="144678172" sldId="993"/>
        </pc:sldMkLst>
        <pc:spChg chg="mod">
          <ac:chgData name="Joost Schouppe" userId="a437c0ca-5ab3-4f08-9767-9b5d374740de" providerId="ADAL" clId="{7E7A2B13-26AE-472C-8996-A0E3CB67967F}" dt="2024-09-23T13:12:40.172" v="1571" actId="14100"/>
          <ac:spMkLst>
            <pc:docMk/>
            <pc:sldMk cId="144678172" sldId="993"/>
            <ac:spMk id="2" creationId="{8C233C06-D2E4-415E-5D42-DE30753B3432}"/>
          </ac:spMkLst>
        </pc:spChg>
        <pc:spChg chg="del">
          <ac:chgData name="Joost Schouppe" userId="a437c0ca-5ab3-4f08-9767-9b5d374740de" providerId="ADAL" clId="{7E7A2B13-26AE-472C-8996-A0E3CB67967F}" dt="2024-09-23T13:12:14.628" v="1568"/>
          <ac:spMkLst>
            <pc:docMk/>
            <pc:sldMk cId="144678172" sldId="993"/>
            <ac:spMk id="3" creationId="{5F2BE3A9-A630-DFE6-096B-2201768DC808}"/>
          </ac:spMkLst>
        </pc:spChg>
        <pc:picChg chg="add mod">
          <ac:chgData name="Joost Schouppe" userId="a437c0ca-5ab3-4f08-9767-9b5d374740de" providerId="ADAL" clId="{7E7A2B13-26AE-472C-8996-A0E3CB67967F}" dt="2024-09-23T13:40:27.790" v="2501" actId="1076"/>
          <ac:picMkLst>
            <pc:docMk/>
            <pc:sldMk cId="144678172" sldId="993"/>
            <ac:picMk id="5" creationId="{F8D29BB0-469F-F163-6D62-564EF120FAC8}"/>
          </ac:picMkLst>
        </pc:picChg>
        <pc:picChg chg="add del mod">
          <ac:chgData name="Joost Schouppe" userId="a437c0ca-5ab3-4f08-9767-9b5d374740de" providerId="ADAL" clId="{7E7A2B13-26AE-472C-8996-A0E3CB67967F}" dt="2024-09-23T13:40:24.886" v="2500" actId="478"/>
          <ac:picMkLst>
            <pc:docMk/>
            <pc:sldMk cId="144678172" sldId="993"/>
            <ac:picMk id="7" creationId="{BC2C4CEA-A276-67D1-EE84-45B60016F9D0}"/>
          </ac:picMkLst>
        </pc:picChg>
      </pc:sldChg>
      <pc:sldChg chg="addSp modSp new mod ord modNotesTx">
        <pc:chgData name="Joost Schouppe" userId="a437c0ca-5ab3-4f08-9767-9b5d374740de" providerId="ADAL" clId="{7E7A2B13-26AE-472C-8996-A0E3CB67967F}" dt="2024-09-24T07:28:05.410" v="3388" actId="20577"/>
        <pc:sldMkLst>
          <pc:docMk/>
          <pc:sldMk cId="4086295948" sldId="994"/>
        </pc:sldMkLst>
        <pc:spChg chg="mod">
          <ac:chgData name="Joost Schouppe" userId="a437c0ca-5ab3-4f08-9767-9b5d374740de" providerId="ADAL" clId="{7E7A2B13-26AE-472C-8996-A0E3CB67967F}" dt="2024-09-24T07:28:05.410" v="3388" actId="20577"/>
          <ac:spMkLst>
            <pc:docMk/>
            <pc:sldMk cId="4086295948" sldId="994"/>
            <ac:spMk id="2" creationId="{5D404FC9-C333-ABC3-E37C-5E3CF2C54E38}"/>
          </ac:spMkLst>
        </pc:spChg>
        <pc:spChg chg="mod">
          <ac:chgData name="Joost Schouppe" userId="a437c0ca-5ab3-4f08-9767-9b5d374740de" providerId="ADAL" clId="{7E7A2B13-26AE-472C-8996-A0E3CB67967F}" dt="2024-09-23T13:26:21.749" v="2321" actId="1076"/>
          <ac:spMkLst>
            <pc:docMk/>
            <pc:sldMk cId="4086295948" sldId="994"/>
            <ac:spMk id="3" creationId="{057D84B4-AB07-FC03-7918-E7277A08E93C}"/>
          </ac:spMkLst>
        </pc:spChg>
        <pc:spChg chg="add mod">
          <ac:chgData name="Joost Schouppe" userId="a437c0ca-5ab3-4f08-9767-9b5d374740de" providerId="ADAL" clId="{7E7A2B13-26AE-472C-8996-A0E3CB67967F}" dt="2024-09-23T13:26:14.878" v="2319" actId="1076"/>
          <ac:spMkLst>
            <pc:docMk/>
            <pc:sldMk cId="4086295948" sldId="994"/>
            <ac:spMk id="4" creationId="{DB9A720B-8F62-AFA1-FE1F-1AFAE9332D4A}"/>
          </ac:spMkLst>
        </pc:spChg>
        <pc:spChg chg="add mod">
          <ac:chgData name="Joost Schouppe" userId="a437c0ca-5ab3-4f08-9767-9b5d374740de" providerId="ADAL" clId="{7E7A2B13-26AE-472C-8996-A0E3CB67967F}" dt="2024-09-23T13:26:18.541" v="2320" actId="1076"/>
          <ac:spMkLst>
            <pc:docMk/>
            <pc:sldMk cId="4086295948" sldId="994"/>
            <ac:spMk id="5" creationId="{C48446A5-A257-D2E1-0F66-10BDF324F280}"/>
          </ac:spMkLst>
        </pc:spChg>
      </pc:sldChg>
      <pc:sldChg chg="addSp new mod modNotesTx">
        <pc:chgData name="Joost Schouppe" userId="a437c0ca-5ab3-4f08-9767-9b5d374740de" providerId="ADAL" clId="{7E7A2B13-26AE-472C-8996-A0E3CB67967F}" dt="2024-09-25T21:26:32.817" v="7510" actId="5793"/>
        <pc:sldMkLst>
          <pc:docMk/>
          <pc:sldMk cId="1211267907" sldId="995"/>
        </pc:sldMkLst>
        <pc:picChg chg="add">
          <ac:chgData name="Joost Schouppe" userId="a437c0ca-5ab3-4f08-9767-9b5d374740de" providerId="ADAL" clId="{7E7A2B13-26AE-472C-8996-A0E3CB67967F}" dt="2024-09-23T15:03:40.144" v="2955" actId="22"/>
          <ac:picMkLst>
            <pc:docMk/>
            <pc:sldMk cId="1211267907" sldId="995"/>
            <ac:picMk id="5" creationId="{8405EA13-07CA-F616-F32F-366EE072E747}"/>
          </ac:picMkLst>
        </pc:picChg>
      </pc:sldChg>
      <pc:sldChg chg="addSp new mod modNotesTx">
        <pc:chgData name="Joost Schouppe" userId="a437c0ca-5ab3-4f08-9767-9b5d374740de" providerId="ADAL" clId="{7E7A2B13-26AE-472C-8996-A0E3CB67967F}" dt="2024-09-25T21:29:17.107" v="7549" actId="20577"/>
        <pc:sldMkLst>
          <pc:docMk/>
          <pc:sldMk cId="2088624008" sldId="996"/>
        </pc:sldMkLst>
        <pc:picChg chg="add">
          <ac:chgData name="Joost Schouppe" userId="a437c0ca-5ab3-4f08-9767-9b5d374740de" providerId="ADAL" clId="{7E7A2B13-26AE-472C-8996-A0E3CB67967F}" dt="2024-09-23T15:04:39.814" v="3089" actId="22"/>
          <ac:picMkLst>
            <pc:docMk/>
            <pc:sldMk cId="2088624008" sldId="996"/>
            <ac:picMk id="5" creationId="{14D724C3-398C-72FC-6B42-3FE318C7DFCC}"/>
          </ac:picMkLst>
        </pc:picChg>
      </pc:sldChg>
      <pc:sldChg chg="modSp new mod modNotesTx">
        <pc:chgData name="Joost Schouppe" userId="a437c0ca-5ab3-4f08-9767-9b5d374740de" providerId="ADAL" clId="{7E7A2B13-26AE-472C-8996-A0E3CB67967F}" dt="2024-09-25T21:35:08.655" v="7900" actId="20577"/>
        <pc:sldMkLst>
          <pc:docMk/>
          <pc:sldMk cId="1679601547" sldId="997"/>
        </pc:sldMkLst>
        <pc:spChg chg="mod">
          <ac:chgData name="Joost Schouppe" userId="a437c0ca-5ab3-4f08-9767-9b5d374740de" providerId="ADAL" clId="{7E7A2B13-26AE-472C-8996-A0E3CB67967F}" dt="2024-09-24T07:29:56.080" v="3489" actId="20577"/>
          <ac:spMkLst>
            <pc:docMk/>
            <pc:sldMk cId="1679601547" sldId="997"/>
            <ac:spMk id="2" creationId="{D7767EED-BD6F-8025-5CCD-304F3C8587A3}"/>
          </ac:spMkLst>
        </pc:spChg>
        <pc:spChg chg="mod">
          <ac:chgData name="Joost Schouppe" userId="a437c0ca-5ab3-4f08-9767-9b5d374740de" providerId="ADAL" clId="{7E7A2B13-26AE-472C-8996-A0E3CB67967F}" dt="2024-09-25T21:35:08.655" v="7900" actId="20577"/>
          <ac:spMkLst>
            <pc:docMk/>
            <pc:sldMk cId="1679601547" sldId="997"/>
            <ac:spMk id="3" creationId="{C2D69504-A350-B4E5-DF93-E6994053AB79}"/>
          </ac:spMkLst>
        </pc:spChg>
      </pc:sldChg>
      <pc:sldChg chg="addSp delSp modSp new mod ord">
        <pc:chgData name="Joost Schouppe" userId="a437c0ca-5ab3-4f08-9767-9b5d374740de" providerId="ADAL" clId="{7E7A2B13-26AE-472C-8996-A0E3CB67967F}" dt="2024-09-24T09:58:38.809" v="5219" actId="1076"/>
        <pc:sldMkLst>
          <pc:docMk/>
          <pc:sldMk cId="1033435359" sldId="998"/>
        </pc:sldMkLst>
        <pc:spChg chg="mod">
          <ac:chgData name="Joost Schouppe" userId="a437c0ca-5ab3-4f08-9767-9b5d374740de" providerId="ADAL" clId="{7E7A2B13-26AE-472C-8996-A0E3CB67967F}" dt="2024-09-24T09:48:27.250" v="4299" actId="20577"/>
          <ac:spMkLst>
            <pc:docMk/>
            <pc:sldMk cId="1033435359" sldId="998"/>
            <ac:spMk id="2" creationId="{1BC6B73F-1A8E-A768-7212-0E3BFB8347B6}"/>
          </ac:spMkLst>
        </pc:spChg>
        <pc:spChg chg="del mod">
          <ac:chgData name="Joost Schouppe" userId="a437c0ca-5ab3-4f08-9767-9b5d374740de" providerId="ADAL" clId="{7E7A2B13-26AE-472C-8996-A0E3CB67967F}" dt="2024-09-24T09:52:31.152" v="4347" actId="22"/>
          <ac:spMkLst>
            <pc:docMk/>
            <pc:sldMk cId="1033435359" sldId="998"/>
            <ac:spMk id="3" creationId="{3DC01153-6E3E-13F8-87C6-740BE2A2830A}"/>
          </ac:spMkLst>
        </pc:spChg>
        <pc:spChg chg="mod">
          <ac:chgData name="Joost Schouppe" userId="a437c0ca-5ab3-4f08-9767-9b5d374740de" providerId="ADAL" clId="{7E7A2B13-26AE-472C-8996-A0E3CB67967F}" dt="2024-09-24T09:48:54.244" v="4319"/>
          <ac:spMkLst>
            <pc:docMk/>
            <pc:sldMk cId="1033435359" sldId="998"/>
            <ac:spMk id="4" creationId="{DA80F6BE-45A8-A005-2D27-E46A71817EAB}"/>
          </ac:spMkLst>
        </pc:spChg>
        <pc:picChg chg="add mod ord">
          <ac:chgData name="Joost Schouppe" userId="a437c0ca-5ab3-4f08-9767-9b5d374740de" providerId="ADAL" clId="{7E7A2B13-26AE-472C-8996-A0E3CB67967F}" dt="2024-09-24T09:58:38.809" v="5219" actId="1076"/>
          <ac:picMkLst>
            <pc:docMk/>
            <pc:sldMk cId="1033435359" sldId="998"/>
            <ac:picMk id="6" creationId="{C8283285-6B9A-CDDC-15C7-B0B463324F14}"/>
          </ac:picMkLst>
        </pc:picChg>
      </pc:sldChg>
      <pc:sldChg chg="new del">
        <pc:chgData name="Joost Schouppe" userId="a437c0ca-5ab3-4f08-9767-9b5d374740de" providerId="ADAL" clId="{7E7A2B13-26AE-472C-8996-A0E3CB67967F}" dt="2024-09-24T09:39:41.294" v="4137" actId="47"/>
        <pc:sldMkLst>
          <pc:docMk/>
          <pc:sldMk cId="2059464459" sldId="998"/>
        </pc:sldMkLst>
      </pc:sldChg>
      <pc:sldChg chg="modSp new mod">
        <pc:chgData name="Joost Schouppe" userId="a437c0ca-5ab3-4f08-9767-9b5d374740de" providerId="ADAL" clId="{7E7A2B13-26AE-472C-8996-A0E3CB67967F}" dt="2024-09-25T14:51:04.756" v="7359" actId="27636"/>
        <pc:sldMkLst>
          <pc:docMk/>
          <pc:sldMk cId="3272347672" sldId="999"/>
        </pc:sldMkLst>
        <pc:spChg chg="mod">
          <ac:chgData name="Joost Schouppe" userId="a437c0ca-5ab3-4f08-9767-9b5d374740de" providerId="ADAL" clId="{7E7A2B13-26AE-472C-8996-A0E3CB67967F}" dt="2024-09-24T09:46:55.489" v="4284" actId="20577"/>
          <ac:spMkLst>
            <pc:docMk/>
            <pc:sldMk cId="3272347672" sldId="999"/>
            <ac:spMk id="2" creationId="{538BD0B9-65D1-4DF2-BF98-31EF4706BBFB}"/>
          </ac:spMkLst>
        </pc:spChg>
        <pc:spChg chg="mod">
          <ac:chgData name="Joost Schouppe" userId="a437c0ca-5ab3-4f08-9767-9b5d374740de" providerId="ADAL" clId="{7E7A2B13-26AE-472C-8996-A0E3CB67967F}" dt="2024-09-25T14:51:04.756" v="7359" actId="27636"/>
          <ac:spMkLst>
            <pc:docMk/>
            <pc:sldMk cId="3272347672" sldId="999"/>
            <ac:spMk id="3" creationId="{C48BB98C-E6F9-84E8-431E-4240FDB4C6EE}"/>
          </ac:spMkLst>
        </pc:spChg>
      </pc:sldChg>
      <pc:sldChg chg="modSp new mod">
        <pc:chgData name="Joost Schouppe" userId="a437c0ca-5ab3-4f08-9767-9b5d374740de" providerId="ADAL" clId="{7E7A2B13-26AE-472C-8996-A0E3CB67967F}" dt="2024-09-24T09:56:58.449" v="4988" actId="1076"/>
        <pc:sldMkLst>
          <pc:docMk/>
          <pc:sldMk cId="687728550" sldId="1000"/>
        </pc:sldMkLst>
        <pc:spChg chg="mod">
          <ac:chgData name="Joost Schouppe" userId="a437c0ca-5ab3-4f08-9767-9b5d374740de" providerId="ADAL" clId="{7E7A2B13-26AE-472C-8996-A0E3CB67967F}" dt="2024-09-24T09:53:20.092" v="4373" actId="20577"/>
          <ac:spMkLst>
            <pc:docMk/>
            <pc:sldMk cId="687728550" sldId="1000"/>
            <ac:spMk id="2" creationId="{7B6CC0D1-EEE8-5D39-2814-6DC3B8B9EB4E}"/>
          </ac:spMkLst>
        </pc:spChg>
        <pc:spChg chg="mod">
          <ac:chgData name="Joost Schouppe" userId="a437c0ca-5ab3-4f08-9767-9b5d374740de" providerId="ADAL" clId="{7E7A2B13-26AE-472C-8996-A0E3CB67967F}" dt="2024-09-24T09:56:58.449" v="4988" actId="1076"/>
          <ac:spMkLst>
            <pc:docMk/>
            <pc:sldMk cId="687728550" sldId="1000"/>
            <ac:spMk id="3" creationId="{D54B2AF3-B472-81D2-0A05-2E2A9CD1AD90}"/>
          </ac:spMkLst>
        </pc:spChg>
        <pc:spChg chg="mod">
          <ac:chgData name="Joost Schouppe" userId="a437c0ca-5ab3-4f08-9767-9b5d374740de" providerId="ADAL" clId="{7E7A2B13-26AE-472C-8996-A0E3CB67967F}" dt="2024-09-24T09:53:38.380" v="4435" actId="20577"/>
          <ac:spMkLst>
            <pc:docMk/>
            <pc:sldMk cId="687728550" sldId="1000"/>
            <ac:spMk id="4" creationId="{0D7E7D46-2FB8-98C9-92DE-B08B856B5D99}"/>
          </ac:spMkLst>
        </pc:spChg>
      </pc:sldChg>
      <pc:sldChg chg="new del">
        <pc:chgData name="Joost Schouppe" userId="a437c0ca-5ab3-4f08-9767-9b5d374740de" providerId="ADAL" clId="{7E7A2B13-26AE-472C-8996-A0E3CB67967F}" dt="2024-09-24T09:53:07.510" v="4352" actId="47"/>
        <pc:sldMkLst>
          <pc:docMk/>
          <pc:sldMk cId="3900054100" sldId="1000"/>
        </pc:sldMkLst>
      </pc:sldChg>
      <pc:sldChg chg="modSp new mod">
        <pc:chgData name="Joost Schouppe" userId="a437c0ca-5ab3-4f08-9767-9b5d374740de" providerId="ADAL" clId="{7E7A2B13-26AE-472C-8996-A0E3CB67967F}" dt="2024-09-24T09:58:29.145" v="5217" actId="403"/>
        <pc:sldMkLst>
          <pc:docMk/>
          <pc:sldMk cId="936434500" sldId="1001"/>
        </pc:sldMkLst>
        <pc:spChg chg="mod">
          <ac:chgData name="Joost Schouppe" userId="a437c0ca-5ab3-4f08-9767-9b5d374740de" providerId="ADAL" clId="{7E7A2B13-26AE-472C-8996-A0E3CB67967F}" dt="2024-09-24T09:57:09.417" v="4997" actId="20577"/>
          <ac:spMkLst>
            <pc:docMk/>
            <pc:sldMk cId="936434500" sldId="1001"/>
            <ac:spMk id="2" creationId="{AE63B3EE-15D6-CD78-169A-7DCEE1FDCB9C}"/>
          </ac:spMkLst>
        </pc:spChg>
        <pc:spChg chg="mod">
          <ac:chgData name="Joost Schouppe" userId="a437c0ca-5ab3-4f08-9767-9b5d374740de" providerId="ADAL" clId="{7E7A2B13-26AE-472C-8996-A0E3CB67967F}" dt="2024-09-24T09:58:29.145" v="5217" actId="403"/>
          <ac:spMkLst>
            <pc:docMk/>
            <pc:sldMk cId="936434500" sldId="1001"/>
            <ac:spMk id="3" creationId="{D119C943-2CD1-CCAE-625D-CECB2C5939E3}"/>
          </ac:spMkLst>
        </pc:spChg>
        <pc:spChg chg="mod">
          <ac:chgData name="Joost Schouppe" userId="a437c0ca-5ab3-4f08-9767-9b5d374740de" providerId="ADAL" clId="{7E7A2B13-26AE-472C-8996-A0E3CB67967F}" dt="2024-09-24T09:57:23.849" v="5046" actId="20577"/>
          <ac:spMkLst>
            <pc:docMk/>
            <pc:sldMk cId="936434500" sldId="1001"/>
            <ac:spMk id="4" creationId="{FBEA1E58-6795-9CD9-FCA9-5DD4C9624DA2}"/>
          </ac:spMkLst>
        </pc:spChg>
      </pc:sldChg>
      <pc:sldChg chg="addSp modSp new mod modNotesTx">
        <pc:chgData name="Joost Schouppe" userId="a437c0ca-5ab3-4f08-9767-9b5d374740de" providerId="ADAL" clId="{7E7A2B13-26AE-472C-8996-A0E3CB67967F}" dt="2024-09-24T10:54:14.434" v="5466" actId="1076"/>
        <pc:sldMkLst>
          <pc:docMk/>
          <pc:sldMk cId="4291847746" sldId="1002"/>
        </pc:sldMkLst>
        <pc:spChg chg="mod">
          <ac:chgData name="Joost Schouppe" userId="a437c0ca-5ab3-4f08-9767-9b5d374740de" providerId="ADAL" clId="{7E7A2B13-26AE-472C-8996-A0E3CB67967F}" dt="2024-09-24T10:00:56.470" v="5321" actId="20577"/>
          <ac:spMkLst>
            <pc:docMk/>
            <pc:sldMk cId="4291847746" sldId="1002"/>
            <ac:spMk id="2" creationId="{3356E1EB-0DCF-5659-4C79-F49EC0A0AE8B}"/>
          </ac:spMkLst>
        </pc:spChg>
        <pc:picChg chg="add mod">
          <ac:chgData name="Joost Schouppe" userId="a437c0ca-5ab3-4f08-9767-9b5d374740de" providerId="ADAL" clId="{7E7A2B13-26AE-472C-8996-A0E3CB67967F}" dt="2024-09-24T10:54:14.434" v="5466" actId="1076"/>
          <ac:picMkLst>
            <pc:docMk/>
            <pc:sldMk cId="4291847746" sldId="1002"/>
            <ac:picMk id="6" creationId="{78AA1EAD-D9E0-B8F7-DDF6-CB4E5760D349}"/>
          </ac:picMkLst>
        </pc:picChg>
      </pc:sldChg>
      <pc:sldChg chg="addSp modSp new mod">
        <pc:chgData name="Joost Schouppe" userId="a437c0ca-5ab3-4f08-9767-9b5d374740de" providerId="ADAL" clId="{7E7A2B13-26AE-472C-8996-A0E3CB67967F}" dt="2024-09-24T11:34:00.252" v="7158" actId="20577"/>
        <pc:sldMkLst>
          <pc:docMk/>
          <pc:sldMk cId="3331921126" sldId="1003"/>
        </pc:sldMkLst>
        <pc:spChg chg="mod">
          <ac:chgData name="Joost Schouppe" userId="a437c0ca-5ab3-4f08-9767-9b5d374740de" providerId="ADAL" clId="{7E7A2B13-26AE-472C-8996-A0E3CB67967F}" dt="2024-09-24T11:05:43.866" v="5503" actId="20577"/>
          <ac:spMkLst>
            <pc:docMk/>
            <pc:sldMk cId="3331921126" sldId="1003"/>
            <ac:spMk id="2" creationId="{0E5B090E-39F1-3046-88DC-8D0E7489B360}"/>
          </ac:spMkLst>
        </pc:spChg>
        <pc:spChg chg="mod">
          <ac:chgData name="Joost Schouppe" userId="a437c0ca-5ab3-4f08-9767-9b5d374740de" providerId="ADAL" clId="{7E7A2B13-26AE-472C-8996-A0E3CB67967F}" dt="2024-09-24T11:34:00.252" v="7158" actId="20577"/>
          <ac:spMkLst>
            <pc:docMk/>
            <pc:sldMk cId="3331921126" sldId="1003"/>
            <ac:spMk id="3" creationId="{C4E29CAA-2270-085F-7E65-BE85624F3DE3}"/>
          </ac:spMkLst>
        </pc:spChg>
        <pc:spChg chg="mod">
          <ac:chgData name="Joost Schouppe" userId="a437c0ca-5ab3-4f08-9767-9b5d374740de" providerId="ADAL" clId="{7E7A2B13-26AE-472C-8996-A0E3CB67967F}" dt="2024-09-24T11:06:19.520" v="5513"/>
          <ac:spMkLst>
            <pc:docMk/>
            <pc:sldMk cId="3331921126" sldId="1003"/>
            <ac:spMk id="4" creationId="{FB981D91-90C8-5E07-7F23-ACF24D962B19}"/>
          </ac:spMkLst>
        </pc:spChg>
        <pc:spChg chg="add mod">
          <ac:chgData name="Joost Schouppe" userId="a437c0ca-5ab3-4f08-9767-9b5d374740de" providerId="ADAL" clId="{7E7A2B13-26AE-472C-8996-A0E3CB67967F}" dt="2024-09-24T11:27:26.110" v="6814" actId="20577"/>
          <ac:spMkLst>
            <pc:docMk/>
            <pc:sldMk cId="3331921126" sldId="1003"/>
            <ac:spMk id="6" creationId="{51AEAAF6-8B57-3A5F-D12C-9EE64E32023B}"/>
          </ac:spMkLst>
        </pc:spChg>
      </pc:sldChg>
      <pc:sldChg chg="modSp new mod">
        <pc:chgData name="Joost Schouppe" userId="a437c0ca-5ab3-4f08-9767-9b5d374740de" providerId="ADAL" clId="{7E7A2B13-26AE-472C-8996-A0E3CB67967F}" dt="2024-09-24T11:31:22.285" v="7023" actId="20577"/>
        <pc:sldMkLst>
          <pc:docMk/>
          <pc:sldMk cId="393073201" sldId="1004"/>
        </pc:sldMkLst>
        <pc:spChg chg="mod">
          <ac:chgData name="Joost Schouppe" userId="a437c0ca-5ab3-4f08-9767-9b5d374740de" providerId="ADAL" clId="{7E7A2B13-26AE-472C-8996-A0E3CB67967F}" dt="2024-09-24T11:28:20.541" v="6859" actId="20577"/>
          <ac:spMkLst>
            <pc:docMk/>
            <pc:sldMk cId="393073201" sldId="1004"/>
            <ac:spMk id="2" creationId="{CD11B953-04A7-EA9C-4850-659470E16C1A}"/>
          </ac:spMkLst>
        </pc:spChg>
        <pc:spChg chg="mod">
          <ac:chgData name="Joost Schouppe" userId="a437c0ca-5ab3-4f08-9767-9b5d374740de" providerId="ADAL" clId="{7E7A2B13-26AE-472C-8996-A0E3CB67967F}" dt="2024-09-24T11:31:22.285" v="7023" actId="20577"/>
          <ac:spMkLst>
            <pc:docMk/>
            <pc:sldMk cId="393073201" sldId="1004"/>
            <ac:spMk id="3" creationId="{52BBF350-69FB-24B0-C47E-557168B501E1}"/>
          </ac:spMkLst>
        </pc:spChg>
        <pc:spChg chg="mod">
          <ac:chgData name="Joost Schouppe" userId="a437c0ca-5ab3-4f08-9767-9b5d374740de" providerId="ADAL" clId="{7E7A2B13-26AE-472C-8996-A0E3CB67967F}" dt="2024-09-24T11:28:25.878" v="6861"/>
          <ac:spMkLst>
            <pc:docMk/>
            <pc:sldMk cId="393073201" sldId="1004"/>
            <ac:spMk id="4" creationId="{C476B477-FAE8-9F3E-F184-388345CF3B8B}"/>
          </ac:spMkLst>
        </pc:spChg>
      </pc:sldChg>
      <pc:sldChg chg="delSp modSp new mod ord">
        <pc:chgData name="Joost Schouppe" userId="a437c0ca-5ab3-4f08-9767-9b5d374740de" providerId="ADAL" clId="{7E7A2B13-26AE-472C-8996-A0E3CB67967F}" dt="2024-09-24T11:14:01.900" v="6245" actId="14100"/>
        <pc:sldMkLst>
          <pc:docMk/>
          <pc:sldMk cId="508646809" sldId="1005"/>
        </pc:sldMkLst>
        <pc:spChg chg="mod">
          <ac:chgData name="Joost Schouppe" userId="a437c0ca-5ab3-4f08-9767-9b5d374740de" providerId="ADAL" clId="{7E7A2B13-26AE-472C-8996-A0E3CB67967F}" dt="2024-09-24T11:08:37.928" v="5550" actId="20577"/>
          <ac:spMkLst>
            <pc:docMk/>
            <pc:sldMk cId="508646809" sldId="1005"/>
            <ac:spMk id="2" creationId="{9C3B066D-308B-35A6-58A5-139A08A7E70A}"/>
          </ac:spMkLst>
        </pc:spChg>
        <pc:spChg chg="mod">
          <ac:chgData name="Joost Schouppe" userId="a437c0ca-5ab3-4f08-9767-9b5d374740de" providerId="ADAL" clId="{7E7A2B13-26AE-472C-8996-A0E3CB67967F}" dt="2024-09-24T11:14:01.900" v="6245" actId="14100"/>
          <ac:spMkLst>
            <pc:docMk/>
            <pc:sldMk cId="508646809" sldId="1005"/>
            <ac:spMk id="3" creationId="{FE2B1A7B-6B67-48C5-7F9F-196895EFB84B}"/>
          </ac:spMkLst>
        </pc:spChg>
        <pc:spChg chg="del">
          <ac:chgData name="Joost Schouppe" userId="a437c0ca-5ab3-4f08-9767-9b5d374740de" providerId="ADAL" clId="{7E7A2B13-26AE-472C-8996-A0E3CB67967F}" dt="2024-09-24T11:13:57.159" v="6243" actId="478"/>
          <ac:spMkLst>
            <pc:docMk/>
            <pc:sldMk cId="508646809" sldId="1005"/>
            <ac:spMk id="4" creationId="{9F70501E-B3DD-2833-79CF-A1B3E280805F}"/>
          </ac:spMkLst>
        </pc:spChg>
      </pc:sldChg>
      <pc:sldChg chg="addSp modSp new mod">
        <pc:chgData name="Joost Schouppe" userId="a437c0ca-5ab3-4f08-9767-9b5d374740de" providerId="ADAL" clId="{7E7A2B13-26AE-472C-8996-A0E3CB67967F}" dt="2024-09-24T11:36:38.251" v="7353" actId="5793"/>
        <pc:sldMkLst>
          <pc:docMk/>
          <pc:sldMk cId="3133194331" sldId="1006"/>
        </pc:sldMkLst>
        <pc:spChg chg="mod">
          <ac:chgData name="Joost Schouppe" userId="a437c0ca-5ab3-4f08-9767-9b5d374740de" providerId="ADAL" clId="{7E7A2B13-26AE-472C-8996-A0E3CB67967F}" dt="2024-09-24T11:29:31.037" v="6936" actId="20577"/>
          <ac:spMkLst>
            <pc:docMk/>
            <pc:sldMk cId="3133194331" sldId="1006"/>
            <ac:spMk id="2" creationId="{F84B2A4C-F085-13F9-10C1-B8F97EE5CEDB}"/>
          </ac:spMkLst>
        </pc:spChg>
        <pc:spChg chg="mod">
          <ac:chgData name="Joost Schouppe" userId="a437c0ca-5ab3-4f08-9767-9b5d374740de" providerId="ADAL" clId="{7E7A2B13-26AE-472C-8996-A0E3CB67967F}" dt="2024-09-24T11:36:38.251" v="7353" actId="5793"/>
          <ac:spMkLst>
            <pc:docMk/>
            <pc:sldMk cId="3133194331" sldId="1006"/>
            <ac:spMk id="3" creationId="{34F9D072-5D9A-3CEE-F4BF-3B4EE9283B17}"/>
          </ac:spMkLst>
        </pc:spChg>
        <pc:spChg chg="add mod">
          <ac:chgData name="Joost Schouppe" userId="a437c0ca-5ab3-4f08-9767-9b5d374740de" providerId="ADAL" clId="{7E7A2B13-26AE-472C-8996-A0E3CB67967F}" dt="2024-09-24T11:36:33.737" v="7349" actId="113"/>
          <ac:spMkLst>
            <pc:docMk/>
            <pc:sldMk cId="3133194331" sldId="1006"/>
            <ac:spMk id="6" creationId="{8748D669-B124-C185-E598-667D2D499C29}"/>
          </ac:spMkLst>
        </pc:spChg>
      </pc:sldChg>
      <pc:sldChg chg="addSp delSp modSp new mod">
        <pc:chgData name="Joost Schouppe" userId="a437c0ca-5ab3-4f08-9767-9b5d374740de" providerId="ADAL" clId="{7E7A2B13-26AE-472C-8996-A0E3CB67967F}" dt="2024-10-01T09:47:44.560" v="7912" actId="1076"/>
        <pc:sldMkLst>
          <pc:docMk/>
          <pc:sldMk cId="1245391120" sldId="1007"/>
        </pc:sldMkLst>
        <pc:picChg chg="add del">
          <ac:chgData name="Joost Schouppe" userId="a437c0ca-5ab3-4f08-9767-9b5d374740de" providerId="ADAL" clId="{7E7A2B13-26AE-472C-8996-A0E3CB67967F}" dt="2024-10-01T09:46:23.555" v="7903" actId="478"/>
          <ac:picMkLst>
            <pc:docMk/>
            <pc:sldMk cId="1245391120" sldId="1007"/>
            <ac:picMk id="6" creationId="{A69FA2F2-30A6-7AA4-1875-22D3DE1B9EA7}"/>
          </ac:picMkLst>
        </pc:picChg>
        <pc:picChg chg="add del mod">
          <ac:chgData name="Joost Schouppe" userId="a437c0ca-5ab3-4f08-9767-9b5d374740de" providerId="ADAL" clId="{7E7A2B13-26AE-472C-8996-A0E3CB67967F}" dt="2024-10-01T09:47:40.419" v="7909" actId="21"/>
          <ac:picMkLst>
            <pc:docMk/>
            <pc:sldMk cId="1245391120" sldId="1007"/>
            <ac:picMk id="8" creationId="{2A867764-11D5-FD4B-2FEF-96B71FA2F0BD}"/>
          </ac:picMkLst>
        </pc:picChg>
        <pc:picChg chg="add mod">
          <ac:chgData name="Joost Schouppe" userId="a437c0ca-5ab3-4f08-9767-9b5d374740de" providerId="ADAL" clId="{7E7A2B13-26AE-472C-8996-A0E3CB67967F}" dt="2024-10-01T09:47:42.546" v="7911" actId="1076"/>
          <ac:picMkLst>
            <pc:docMk/>
            <pc:sldMk cId="1245391120" sldId="1007"/>
            <ac:picMk id="10" creationId="{3F9AD6CE-C119-437B-ADDC-0C6B17B68F9C}"/>
          </ac:picMkLst>
        </pc:picChg>
        <pc:picChg chg="add mod">
          <ac:chgData name="Joost Schouppe" userId="a437c0ca-5ab3-4f08-9767-9b5d374740de" providerId="ADAL" clId="{7E7A2B13-26AE-472C-8996-A0E3CB67967F}" dt="2024-10-01T09:47:44.560" v="7912" actId="1076"/>
          <ac:picMkLst>
            <pc:docMk/>
            <pc:sldMk cId="1245391120" sldId="1007"/>
            <ac:picMk id="11" creationId="{2A867764-11D5-FD4B-2FEF-96B71FA2F0B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D499500F-12D5-BA49-B6EB-D5C4137E79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CFBF8B5-E149-E44F-B8E6-12089D6CE0B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F59D53-8325-EB4B-BEC3-024DF8ECE8B0}" type="datetimeFigureOut">
              <a:rPr lang="en-GB" smtClean="0"/>
              <a:t>17/10/2024</a:t>
            </a:fld>
            <a:endParaRPr lang="en-GB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4193ABA-9605-0F4F-81D3-B5562BFA7B5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4DFC806-A791-6642-85AC-029E0C2B23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77F93-CE1F-3C4A-8EB7-9C3343B9128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8203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9E0323-A55D-2A46-BE5D-B5F8492A4D3E}" type="datetimeFigureOut">
              <a:rPr lang="en-GB" smtClean="0"/>
              <a:t>17/10/2024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nl-NL"/>
              <a:t>Tekststijl van het model bewerken
Tweede niveau
Derde niveau
Vierde niveau
Vijfde 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47F59D-689A-6943-8B01-40848329D8E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7314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dirty="0" err="1"/>
              <a:t>What</a:t>
            </a:r>
            <a:r>
              <a:rPr lang="nl-BE" dirty="0"/>
              <a:t> is a </a:t>
            </a:r>
            <a:r>
              <a:rPr lang="nl-BE" dirty="0" err="1"/>
              <a:t>national</a:t>
            </a:r>
            <a:r>
              <a:rPr lang="nl-BE" dirty="0"/>
              <a:t> security platform?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nl-BE" dirty="0"/>
              <a:t>Online platform in </a:t>
            </a:r>
            <a:r>
              <a:rPr lang="nl-BE" dirty="0" err="1"/>
              <a:t>which</a:t>
            </a:r>
            <a:r>
              <a:rPr lang="nl-BE" dirty="0"/>
              <a:t> </a:t>
            </a:r>
            <a:r>
              <a:rPr lang="nl-BE" dirty="0" err="1"/>
              <a:t>all</a:t>
            </a:r>
            <a:r>
              <a:rPr lang="nl-BE" dirty="0"/>
              <a:t> different disciplines – </a:t>
            </a:r>
            <a:r>
              <a:rPr lang="nl-BE" dirty="0" err="1"/>
              <a:t>police</a:t>
            </a:r>
            <a:r>
              <a:rPr lang="nl-BE" dirty="0"/>
              <a:t>, </a:t>
            </a:r>
            <a:r>
              <a:rPr lang="nl-BE" dirty="0" err="1"/>
              <a:t>fire</a:t>
            </a:r>
            <a:r>
              <a:rPr lang="nl-BE" dirty="0"/>
              <a:t> </a:t>
            </a:r>
            <a:r>
              <a:rPr lang="nl-BE" dirty="0" err="1"/>
              <a:t>fighers</a:t>
            </a:r>
            <a:r>
              <a:rPr lang="nl-BE" dirty="0"/>
              <a:t>, </a:t>
            </a:r>
            <a:r>
              <a:rPr lang="nl-BE" dirty="0" err="1"/>
              <a:t>medical</a:t>
            </a:r>
            <a:r>
              <a:rPr lang="nl-BE" dirty="0"/>
              <a:t> </a:t>
            </a:r>
            <a:r>
              <a:rPr lang="nl-BE" dirty="0" err="1"/>
              <a:t>staff</a:t>
            </a:r>
            <a:r>
              <a:rPr lang="nl-BE" dirty="0"/>
              <a:t>, </a:t>
            </a:r>
            <a:r>
              <a:rPr lang="nl-BE" dirty="0" err="1"/>
              <a:t>logistics</a:t>
            </a:r>
            <a:r>
              <a:rPr lang="nl-BE" dirty="0"/>
              <a:t> </a:t>
            </a:r>
            <a:r>
              <a:rPr lang="nl-BE" dirty="0" err="1"/>
              <a:t>and</a:t>
            </a:r>
            <a:r>
              <a:rPr lang="nl-BE" dirty="0"/>
              <a:t> </a:t>
            </a:r>
            <a:r>
              <a:rPr lang="nl-BE" dirty="0" err="1"/>
              <a:t>communication</a:t>
            </a:r>
            <a:r>
              <a:rPr lang="nl-BE" dirty="0"/>
              <a:t> – </a:t>
            </a:r>
            <a:r>
              <a:rPr lang="nl-BE" dirty="0" err="1"/>
              <a:t>work</a:t>
            </a:r>
            <a:r>
              <a:rPr lang="nl-BE" dirty="0"/>
              <a:t> </a:t>
            </a:r>
            <a:r>
              <a:rPr lang="nl-BE" dirty="0" err="1"/>
              <a:t>together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solve</a:t>
            </a:r>
            <a:r>
              <a:rPr lang="nl-BE" dirty="0"/>
              <a:t> </a:t>
            </a:r>
            <a:r>
              <a:rPr lang="nl-BE" dirty="0" err="1"/>
              <a:t>an</a:t>
            </a:r>
            <a:r>
              <a:rPr lang="nl-BE" dirty="0"/>
              <a:t> incident or </a:t>
            </a:r>
            <a:r>
              <a:rPr lang="nl-BE" dirty="0" err="1"/>
              <a:t>local</a:t>
            </a:r>
            <a:r>
              <a:rPr lang="nl-BE" dirty="0"/>
              <a:t> crisis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nl-BE" dirty="0" err="1"/>
              <a:t>Not</a:t>
            </a:r>
            <a:r>
              <a:rPr lang="nl-BE" dirty="0"/>
              <a:t> </a:t>
            </a:r>
            <a:r>
              <a:rPr lang="nl-BE" dirty="0" err="1"/>
              <a:t>only</a:t>
            </a:r>
            <a:r>
              <a:rPr lang="nl-BE" dirty="0"/>
              <a:t> </a:t>
            </a:r>
            <a:r>
              <a:rPr lang="nl-BE" dirty="0" err="1"/>
              <a:t>useful</a:t>
            </a:r>
            <a:r>
              <a:rPr lang="nl-BE" dirty="0"/>
              <a:t> </a:t>
            </a:r>
            <a:r>
              <a:rPr lang="nl-BE" dirty="0" err="1"/>
              <a:t>during</a:t>
            </a:r>
            <a:r>
              <a:rPr lang="nl-BE" dirty="0"/>
              <a:t> a crisis -&gt; crisis </a:t>
            </a:r>
            <a:r>
              <a:rPr lang="nl-BE" dirty="0" err="1"/>
              <a:t>preperation</a:t>
            </a:r>
            <a:r>
              <a:rPr lang="nl-BE" dirty="0"/>
              <a:t> is </a:t>
            </a:r>
            <a:r>
              <a:rPr lang="nl-BE" dirty="0" err="1"/>
              <a:t>also</a:t>
            </a:r>
            <a:r>
              <a:rPr lang="nl-BE" dirty="0"/>
              <a:t> </a:t>
            </a:r>
            <a:r>
              <a:rPr lang="nl-BE" dirty="0" err="1"/>
              <a:t>essential</a:t>
            </a:r>
            <a:r>
              <a:rPr lang="nl-BE" dirty="0"/>
              <a:t> </a:t>
            </a:r>
            <a:r>
              <a:rPr lang="nl-BE" dirty="0" err="1"/>
              <a:t>for</a:t>
            </a:r>
            <a:r>
              <a:rPr lang="nl-BE" dirty="0"/>
              <a:t> </a:t>
            </a:r>
            <a:r>
              <a:rPr lang="nl-BE" dirty="0" err="1"/>
              <a:t>this</a:t>
            </a:r>
            <a:r>
              <a:rPr lang="nl-BE" dirty="0"/>
              <a:t> tool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nl-BE" dirty="0" err="1"/>
              <a:t>Prepare</a:t>
            </a:r>
            <a:r>
              <a:rPr lang="nl-BE" dirty="0"/>
              <a:t> events in </a:t>
            </a:r>
            <a:r>
              <a:rPr lang="nl-BE" dirty="0" err="1"/>
              <a:t>Paragon</a:t>
            </a:r>
            <a:r>
              <a:rPr lang="nl-BE" dirty="0"/>
              <a:t> (like </a:t>
            </a:r>
            <a:r>
              <a:rPr lang="nl-BE" dirty="0" err="1"/>
              <a:t>national</a:t>
            </a:r>
            <a:r>
              <a:rPr lang="nl-BE" dirty="0"/>
              <a:t> </a:t>
            </a:r>
            <a:r>
              <a:rPr lang="nl-BE" dirty="0" err="1"/>
              <a:t>holiday</a:t>
            </a:r>
            <a:r>
              <a:rPr lang="nl-BE" dirty="0"/>
              <a:t>, big sport event, festival… 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nl-BE" dirty="0"/>
              <a:t>Partners make </a:t>
            </a:r>
            <a:r>
              <a:rPr lang="nl-BE" dirty="0" err="1"/>
              <a:t>their</a:t>
            </a:r>
            <a:r>
              <a:rPr lang="nl-BE" dirty="0"/>
              <a:t> </a:t>
            </a:r>
            <a:r>
              <a:rPr lang="nl-BE" dirty="0" err="1"/>
              <a:t>preperations</a:t>
            </a:r>
            <a:r>
              <a:rPr lang="nl-BE" dirty="0"/>
              <a:t> in </a:t>
            </a:r>
            <a:r>
              <a:rPr lang="nl-BE" dirty="0" err="1"/>
              <a:t>Paragon</a:t>
            </a:r>
            <a:r>
              <a:rPr lang="nl-BE" dirty="0"/>
              <a:t> – like setting </a:t>
            </a:r>
            <a:r>
              <a:rPr lang="nl-BE" dirty="0" err="1"/>
              <a:t>all</a:t>
            </a:r>
            <a:r>
              <a:rPr lang="nl-BE" dirty="0"/>
              <a:t> </a:t>
            </a:r>
            <a:r>
              <a:rPr lang="nl-BE" dirty="0" err="1"/>
              <a:t>locations</a:t>
            </a:r>
            <a:r>
              <a:rPr lang="nl-BE" dirty="0"/>
              <a:t> of </a:t>
            </a:r>
            <a:r>
              <a:rPr lang="nl-BE" dirty="0" err="1"/>
              <a:t>police</a:t>
            </a:r>
            <a:r>
              <a:rPr lang="nl-BE" dirty="0"/>
              <a:t>, way in/way out, …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nl-BE" dirty="0"/>
              <a:t>Database </a:t>
            </a:r>
            <a:r>
              <a:rPr lang="nl-BE" dirty="0" err="1"/>
              <a:t>with</a:t>
            </a:r>
            <a:r>
              <a:rPr lang="nl-BE" dirty="0"/>
              <a:t> </a:t>
            </a:r>
            <a:r>
              <a:rPr lang="nl-BE" dirty="0" err="1"/>
              <a:t>local</a:t>
            </a:r>
            <a:r>
              <a:rPr lang="nl-BE" dirty="0"/>
              <a:t> </a:t>
            </a:r>
            <a:r>
              <a:rPr lang="nl-BE" dirty="0" err="1"/>
              <a:t>EP’s</a:t>
            </a:r>
            <a:r>
              <a:rPr lang="nl-BE" dirty="0"/>
              <a:t> -&gt; easy access </a:t>
            </a:r>
            <a:r>
              <a:rPr lang="nl-BE" dirty="0" err="1"/>
              <a:t>to</a:t>
            </a:r>
            <a:r>
              <a:rPr lang="nl-BE" dirty="0"/>
              <a:t> get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necessary</a:t>
            </a:r>
            <a:r>
              <a:rPr lang="nl-BE" dirty="0"/>
              <a:t> contact as </a:t>
            </a:r>
            <a:r>
              <a:rPr lang="nl-BE" dirty="0" err="1"/>
              <a:t>soon</a:t>
            </a:r>
            <a:r>
              <a:rPr lang="nl-BE" dirty="0"/>
              <a:t> as </a:t>
            </a:r>
            <a:r>
              <a:rPr lang="nl-BE" dirty="0" err="1"/>
              <a:t>possible</a:t>
            </a:r>
            <a:endParaRPr lang="nl-BE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nl-BE" dirty="0" err="1"/>
              <a:t>Belgian</a:t>
            </a:r>
            <a:r>
              <a:rPr lang="nl-BE" dirty="0"/>
              <a:t> risk </a:t>
            </a:r>
            <a:r>
              <a:rPr lang="nl-BE" dirty="0" err="1"/>
              <a:t>cycle</a:t>
            </a:r>
            <a:r>
              <a:rPr lang="nl-BE" dirty="0"/>
              <a:t>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nl-BE" dirty="0" err="1"/>
              <a:t>Cycle</a:t>
            </a:r>
            <a:r>
              <a:rPr lang="nl-BE" dirty="0"/>
              <a:t> </a:t>
            </a:r>
            <a:r>
              <a:rPr lang="nl-BE" dirty="0" err="1"/>
              <a:t>how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prepare</a:t>
            </a:r>
            <a:r>
              <a:rPr lang="nl-BE" dirty="0"/>
              <a:t>, tackle </a:t>
            </a:r>
            <a:r>
              <a:rPr lang="nl-BE" dirty="0" err="1"/>
              <a:t>and</a:t>
            </a:r>
            <a:r>
              <a:rPr lang="nl-BE" dirty="0"/>
              <a:t> </a:t>
            </a:r>
            <a:r>
              <a:rPr lang="nl-BE" dirty="0" err="1"/>
              <a:t>evaluate</a:t>
            </a:r>
            <a:r>
              <a:rPr lang="nl-BE" dirty="0"/>
              <a:t> a risk or </a:t>
            </a:r>
            <a:r>
              <a:rPr lang="nl-BE" dirty="0" err="1"/>
              <a:t>problem</a:t>
            </a:r>
            <a:r>
              <a:rPr lang="nl-BE" dirty="0"/>
              <a:t>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nl-BE" dirty="0"/>
              <a:t>At </a:t>
            </a:r>
            <a:r>
              <a:rPr lang="nl-BE" dirty="0" err="1"/>
              <a:t>the</a:t>
            </a:r>
            <a:r>
              <a:rPr lang="nl-BE" dirty="0"/>
              <a:t> moment: National </a:t>
            </a:r>
            <a:r>
              <a:rPr lang="nl-BE" dirty="0" err="1"/>
              <a:t>preparation</a:t>
            </a:r>
            <a:r>
              <a:rPr lang="nl-BE" dirty="0"/>
              <a:t> </a:t>
            </a:r>
            <a:r>
              <a:rPr lang="nl-BE" dirty="0" err="1"/>
              <a:t>and</a:t>
            </a:r>
            <a:r>
              <a:rPr lang="nl-BE" dirty="0"/>
              <a:t> crisis management </a:t>
            </a:r>
            <a:r>
              <a:rPr lang="nl-BE" dirty="0" err="1"/>
              <a:t>already</a:t>
            </a:r>
            <a:r>
              <a:rPr lang="nl-BE" dirty="0"/>
              <a:t> in </a:t>
            </a:r>
            <a:r>
              <a:rPr lang="nl-BE" dirty="0" err="1"/>
              <a:t>Paragon</a:t>
            </a:r>
            <a:r>
              <a:rPr lang="nl-BE" dirty="0"/>
              <a:t>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nl-BE" dirty="0" err="1"/>
              <a:t>Other</a:t>
            </a:r>
            <a:r>
              <a:rPr lang="nl-BE" dirty="0"/>
              <a:t> </a:t>
            </a:r>
            <a:r>
              <a:rPr lang="nl-BE" dirty="0" err="1"/>
              <a:t>elements</a:t>
            </a:r>
            <a:r>
              <a:rPr lang="nl-BE" dirty="0"/>
              <a:t> </a:t>
            </a:r>
            <a:r>
              <a:rPr lang="nl-BE" dirty="0" err="1"/>
              <a:t>will</a:t>
            </a:r>
            <a:r>
              <a:rPr lang="nl-BE" dirty="0"/>
              <a:t> </a:t>
            </a:r>
            <a:r>
              <a:rPr lang="nl-BE" dirty="0" err="1"/>
              <a:t>be</a:t>
            </a:r>
            <a:r>
              <a:rPr lang="nl-BE" dirty="0"/>
              <a:t> </a:t>
            </a:r>
            <a:r>
              <a:rPr lang="nl-BE" dirty="0" err="1"/>
              <a:t>implemented</a:t>
            </a:r>
            <a:r>
              <a:rPr lang="nl-BE" dirty="0"/>
              <a:t> in </a:t>
            </a:r>
            <a:r>
              <a:rPr lang="nl-BE" dirty="0" err="1"/>
              <a:t>Paragon</a:t>
            </a:r>
            <a:r>
              <a:rPr lang="nl-BE" dirty="0"/>
              <a:t> in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future</a:t>
            </a:r>
            <a:r>
              <a:rPr lang="nl-BE" dirty="0"/>
              <a:t> -&gt; program </a:t>
            </a:r>
            <a:r>
              <a:rPr lang="nl-BE" dirty="0" err="1"/>
              <a:t>that</a:t>
            </a:r>
            <a:r>
              <a:rPr lang="nl-BE" dirty="0"/>
              <a:t> </a:t>
            </a:r>
            <a:r>
              <a:rPr lang="nl-BE" dirty="0" err="1"/>
              <a:t>keeps</a:t>
            </a:r>
            <a:r>
              <a:rPr lang="nl-BE" dirty="0"/>
              <a:t> </a:t>
            </a:r>
            <a:r>
              <a:rPr lang="nl-BE" dirty="0" err="1"/>
              <a:t>evolving</a:t>
            </a:r>
            <a:r>
              <a:rPr lang="nl-BE" dirty="0"/>
              <a:t> </a:t>
            </a:r>
            <a:r>
              <a:rPr lang="nl-BE" dirty="0" err="1"/>
              <a:t>and</a:t>
            </a:r>
            <a:r>
              <a:rPr lang="nl-BE" dirty="0"/>
              <a:t> </a:t>
            </a:r>
            <a:r>
              <a:rPr lang="nl-BE" dirty="0" err="1"/>
              <a:t>improved</a:t>
            </a:r>
            <a:r>
              <a:rPr lang="nl-BE" dirty="0"/>
              <a:t>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BE" dirty="0" err="1"/>
              <a:t>Conclusion</a:t>
            </a:r>
            <a:r>
              <a:rPr lang="nl-BE" dirty="0"/>
              <a:t>: </a:t>
            </a:r>
            <a:r>
              <a:rPr lang="nl-BE" dirty="0" err="1"/>
              <a:t>national</a:t>
            </a:r>
            <a:r>
              <a:rPr lang="nl-BE" dirty="0"/>
              <a:t> security platform </a:t>
            </a:r>
            <a:r>
              <a:rPr lang="nl-BE" dirty="0" err="1"/>
              <a:t>used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take </a:t>
            </a:r>
            <a:r>
              <a:rPr lang="nl-BE" dirty="0" err="1"/>
              <a:t>necesary</a:t>
            </a:r>
            <a:r>
              <a:rPr lang="nl-BE" dirty="0"/>
              <a:t> steps </a:t>
            </a:r>
            <a:r>
              <a:rPr lang="nl-BE" dirty="0" err="1"/>
              <a:t>to</a:t>
            </a:r>
            <a:r>
              <a:rPr lang="nl-BE" dirty="0"/>
              <a:t> tackle </a:t>
            </a:r>
            <a:r>
              <a:rPr lang="nl-BE" dirty="0" err="1"/>
              <a:t>the</a:t>
            </a:r>
            <a:r>
              <a:rPr lang="nl-BE" dirty="0"/>
              <a:t> crisis as </a:t>
            </a:r>
            <a:r>
              <a:rPr lang="nl-BE" dirty="0" err="1"/>
              <a:t>soon</a:t>
            </a:r>
            <a:r>
              <a:rPr lang="nl-BE" dirty="0"/>
              <a:t> as </a:t>
            </a:r>
            <a:r>
              <a:rPr lang="nl-BE" dirty="0" err="1"/>
              <a:t>possible</a:t>
            </a:r>
            <a:r>
              <a:rPr lang="nl-BE" dirty="0"/>
              <a:t> -&gt; </a:t>
            </a:r>
            <a:r>
              <a:rPr lang="nl-BE" dirty="0" err="1"/>
              <a:t>every</a:t>
            </a:r>
            <a:r>
              <a:rPr lang="nl-BE" dirty="0"/>
              <a:t> second </a:t>
            </a:r>
            <a:r>
              <a:rPr lang="nl-BE" dirty="0" err="1"/>
              <a:t>counts</a:t>
            </a:r>
            <a:endParaRPr lang="nl-BE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nl-BE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nl-BE" dirty="0"/>
          </a:p>
          <a:p>
            <a:endParaRPr lang="en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47F59D-689A-6943-8B01-40848329D8E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6440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7592323684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1788" y="698500"/>
            <a:ext cx="6194425" cy="34845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7592323684_0_107:notes"/>
          <p:cNvSpPr txBox="1">
            <a:spLocks noGrp="1"/>
          </p:cNvSpPr>
          <p:nvPr>
            <p:ph type="body" idx="1"/>
          </p:nvPr>
        </p:nvSpPr>
        <p:spPr>
          <a:xfrm>
            <a:off x="685800" y="4415790"/>
            <a:ext cx="5486400" cy="4183380"/>
          </a:xfrm>
          <a:prstGeom prst="rect">
            <a:avLst/>
          </a:prstGeom>
        </p:spPr>
        <p:txBody>
          <a:bodyPr spcFirstLastPara="1" wrap="square" lIns="92283" tIns="92283" rIns="92283" bIns="92283" anchor="t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Track &amp; Trace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dirty="0"/>
              <a:t>For the future -&gt; implementing track &amp; trace to local units to get a live overview of the situation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dirty="0"/>
              <a:t>Would be anchors that move on the map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dirty="0"/>
              <a:t>Still under development -&gt; offers the most recent information to the crisis managers </a:t>
            </a:r>
          </a:p>
        </p:txBody>
      </p:sp>
    </p:spTree>
    <p:extLst>
      <p:ext uri="{BB962C8B-B14F-4D97-AF65-F5344CB8AC3E}">
        <p14:creationId xmlns:p14="http://schemas.microsoft.com/office/powerpoint/2010/main" val="1821157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 typeface="Arial" panose="020B0604020202020204" pitchFamily="34" charset="0"/>
              <a:buNone/>
            </a:pPr>
            <a:r>
              <a:rPr lang="nl-BE" dirty="0"/>
              <a:t>Open source </a:t>
            </a:r>
            <a:r>
              <a:rPr lang="nl-BE" dirty="0" err="1"/>
              <a:t>based</a:t>
            </a:r>
            <a:r>
              <a:rPr lang="nl-BE" dirty="0"/>
              <a:t> -&gt;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nl-BE" dirty="0" err="1"/>
              <a:t>goverment</a:t>
            </a:r>
            <a:r>
              <a:rPr lang="nl-BE" dirty="0"/>
              <a:t> project,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nl-BE" dirty="0"/>
              <a:t>we have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ability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share </a:t>
            </a:r>
            <a:r>
              <a:rPr lang="nl-BE" dirty="0" err="1"/>
              <a:t>this</a:t>
            </a:r>
            <a:r>
              <a:rPr lang="nl-BE" dirty="0"/>
              <a:t> project,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nl-BE" dirty="0" err="1"/>
              <a:t>transparancy</a:t>
            </a:r>
            <a:r>
              <a:rPr lang="nl-BE" dirty="0"/>
              <a:t> </a:t>
            </a:r>
            <a:r>
              <a:rPr lang="nl-BE" dirty="0" err="1"/>
              <a:t>with</a:t>
            </a:r>
            <a:r>
              <a:rPr lang="nl-BE" dirty="0"/>
              <a:t> partners is </a:t>
            </a:r>
            <a:r>
              <a:rPr lang="nl-BE" dirty="0" err="1"/>
              <a:t>essential</a:t>
            </a:r>
            <a:endParaRPr lang="nl-BE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nl-BE" dirty="0" err="1"/>
              <a:t>Scalablity</a:t>
            </a:r>
            <a:endParaRPr lang="nl-BE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nl-BE" dirty="0"/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nl-BE" dirty="0" err="1"/>
              <a:t>Not</a:t>
            </a:r>
            <a:r>
              <a:rPr lang="nl-BE" dirty="0"/>
              <a:t> open source: </a:t>
            </a:r>
            <a:r>
              <a:rPr lang="nl-BE" dirty="0" err="1"/>
              <a:t>maybe</a:t>
            </a:r>
            <a:r>
              <a:rPr lang="nl-BE" dirty="0"/>
              <a:t> later – security concerns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nl-BE" dirty="0"/>
              <a:t>Data processing: open source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nl-BE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0990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fact that it’s open source built, attracted known names around here like Jonathan Beliën, Gael Kruwialis, Marc Ducobu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5752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dirty="0" err="1"/>
              <a:t>Key</a:t>
            </a:r>
            <a:r>
              <a:rPr lang="nl-BE" dirty="0"/>
              <a:t> </a:t>
            </a:r>
            <a:r>
              <a:rPr lang="nl-BE" dirty="0" err="1"/>
              <a:t>objects</a:t>
            </a:r>
            <a:r>
              <a:rPr lang="nl-BE" dirty="0"/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nl-BE" dirty="0" err="1"/>
              <a:t>Anchors</a:t>
            </a:r>
            <a:r>
              <a:rPr lang="nl-BE" dirty="0"/>
              <a:t>: </a:t>
            </a:r>
            <a:r>
              <a:rPr lang="nl-BE" dirty="0" err="1"/>
              <a:t>an</a:t>
            </a:r>
            <a:r>
              <a:rPr lang="nl-BE" dirty="0"/>
              <a:t> object </a:t>
            </a:r>
            <a:r>
              <a:rPr lang="nl-BE" dirty="0" err="1"/>
              <a:t>than</a:t>
            </a:r>
            <a:r>
              <a:rPr lang="nl-BE" dirty="0"/>
              <a:t> </a:t>
            </a:r>
            <a:r>
              <a:rPr lang="nl-BE" dirty="0" err="1"/>
              <a:t>you</a:t>
            </a:r>
            <a:r>
              <a:rPr lang="nl-BE" dirty="0"/>
              <a:t> </a:t>
            </a:r>
            <a:r>
              <a:rPr lang="nl-BE" dirty="0" err="1"/>
              <a:t>can</a:t>
            </a:r>
            <a:r>
              <a:rPr lang="nl-BE" dirty="0"/>
              <a:t> put on a map -&gt; </a:t>
            </a:r>
            <a:r>
              <a:rPr lang="nl-BE" dirty="0" err="1"/>
              <a:t>example</a:t>
            </a:r>
            <a:r>
              <a:rPr lang="nl-BE" dirty="0"/>
              <a:t>: a school, a </a:t>
            </a:r>
            <a:r>
              <a:rPr lang="nl-BE" dirty="0" err="1"/>
              <a:t>municipality</a:t>
            </a:r>
            <a:r>
              <a:rPr lang="nl-BE" dirty="0"/>
              <a:t>, a </a:t>
            </a:r>
            <a:r>
              <a:rPr lang="nl-BE" dirty="0" err="1"/>
              <a:t>church</a:t>
            </a:r>
            <a:r>
              <a:rPr lang="nl-BE" dirty="0"/>
              <a:t>, a </a:t>
            </a:r>
            <a:r>
              <a:rPr lang="nl-BE" dirty="0" err="1"/>
              <a:t>drawing</a:t>
            </a:r>
            <a:r>
              <a:rPr lang="nl-BE" dirty="0"/>
              <a:t> on </a:t>
            </a:r>
            <a:r>
              <a:rPr lang="nl-BE" dirty="0" err="1"/>
              <a:t>the</a:t>
            </a:r>
            <a:r>
              <a:rPr lang="nl-BE" dirty="0"/>
              <a:t> map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nl-BE" dirty="0" err="1"/>
              <a:t>Emergency</a:t>
            </a:r>
            <a:r>
              <a:rPr lang="nl-BE" dirty="0"/>
              <a:t> Plan: </a:t>
            </a:r>
            <a:r>
              <a:rPr lang="nl-BE" dirty="0" err="1"/>
              <a:t>general</a:t>
            </a:r>
            <a:r>
              <a:rPr lang="nl-BE" dirty="0"/>
              <a:t> </a:t>
            </a:r>
            <a:r>
              <a:rPr lang="nl-BE" dirty="0" err="1"/>
              <a:t>idea</a:t>
            </a:r>
            <a:r>
              <a:rPr lang="nl-BE" dirty="0"/>
              <a:t> of </a:t>
            </a:r>
            <a:r>
              <a:rPr lang="nl-BE" dirty="0" err="1"/>
              <a:t>emergency</a:t>
            </a:r>
            <a:r>
              <a:rPr lang="nl-BE" dirty="0"/>
              <a:t> plan -&gt; </a:t>
            </a:r>
            <a:r>
              <a:rPr lang="nl-BE" dirty="0" err="1"/>
              <a:t>Paragon</a:t>
            </a:r>
            <a:r>
              <a:rPr lang="nl-BE" dirty="0"/>
              <a:t> </a:t>
            </a:r>
            <a:r>
              <a:rPr lang="nl-BE" dirty="0" err="1"/>
              <a:t>adds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link </a:t>
            </a:r>
            <a:r>
              <a:rPr lang="nl-BE" dirty="0" err="1"/>
              <a:t>useful</a:t>
            </a:r>
            <a:r>
              <a:rPr lang="nl-BE" dirty="0"/>
              <a:t> contact </a:t>
            </a:r>
            <a:r>
              <a:rPr lang="nl-BE" dirty="0" err="1"/>
              <a:t>persones</a:t>
            </a:r>
            <a:r>
              <a:rPr lang="nl-BE" dirty="0"/>
              <a:t>, </a:t>
            </a:r>
            <a:r>
              <a:rPr lang="nl-BE" dirty="0" err="1"/>
              <a:t>anchors</a:t>
            </a:r>
            <a:r>
              <a:rPr lang="nl-BE" dirty="0"/>
              <a:t> </a:t>
            </a:r>
            <a:r>
              <a:rPr lang="nl-BE" dirty="0" err="1"/>
              <a:t>etc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a case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nl-BE" dirty="0"/>
              <a:t>Feed: </a:t>
            </a:r>
            <a:r>
              <a:rPr lang="nl-BE" dirty="0" err="1"/>
              <a:t>communication</a:t>
            </a:r>
            <a:r>
              <a:rPr lang="nl-BE" dirty="0"/>
              <a:t> app </a:t>
            </a:r>
            <a:r>
              <a:rPr lang="nl-BE" dirty="0" err="1"/>
              <a:t>for</a:t>
            </a:r>
            <a:r>
              <a:rPr lang="nl-BE" dirty="0"/>
              <a:t> </a:t>
            </a:r>
            <a:r>
              <a:rPr lang="nl-BE" dirty="0" err="1"/>
              <a:t>all</a:t>
            </a:r>
            <a:r>
              <a:rPr lang="nl-BE" dirty="0"/>
              <a:t> disciplines -&gt; different </a:t>
            </a:r>
            <a:r>
              <a:rPr lang="nl-BE" dirty="0" err="1"/>
              <a:t>communication</a:t>
            </a:r>
            <a:r>
              <a:rPr lang="nl-BE" dirty="0"/>
              <a:t> </a:t>
            </a:r>
            <a:r>
              <a:rPr lang="nl-BE" dirty="0" err="1"/>
              <a:t>channels</a:t>
            </a:r>
            <a:r>
              <a:rPr lang="nl-BE" dirty="0"/>
              <a:t>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nl-BE" dirty="0"/>
              <a:t>Widgets: different apps </a:t>
            </a:r>
            <a:r>
              <a:rPr lang="nl-BE" dirty="0" err="1"/>
              <a:t>that</a:t>
            </a:r>
            <a:r>
              <a:rPr lang="nl-BE" dirty="0"/>
              <a:t> </a:t>
            </a:r>
            <a:r>
              <a:rPr lang="nl-BE" dirty="0" err="1"/>
              <a:t>each</a:t>
            </a:r>
            <a:r>
              <a:rPr lang="nl-BE" dirty="0"/>
              <a:t> have </a:t>
            </a:r>
            <a:r>
              <a:rPr lang="nl-BE" dirty="0" err="1"/>
              <a:t>their</a:t>
            </a:r>
            <a:r>
              <a:rPr lang="nl-BE" dirty="0"/>
              <a:t> </a:t>
            </a:r>
            <a:r>
              <a:rPr lang="nl-BE" dirty="0" err="1"/>
              <a:t>own</a:t>
            </a:r>
            <a:r>
              <a:rPr lang="nl-BE" dirty="0"/>
              <a:t> </a:t>
            </a:r>
            <a:r>
              <a:rPr lang="nl-BE" dirty="0" err="1"/>
              <a:t>functionality</a:t>
            </a:r>
            <a:r>
              <a:rPr lang="nl-BE" dirty="0"/>
              <a:t> -&gt; </a:t>
            </a:r>
            <a:r>
              <a:rPr lang="nl-BE" dirty="0" err="1"/>
              <a:t>weather</a:t>
            </a:r>
            <a:r>
              <a:rPr lang="nl-BE" dirty="0"/>
              <a:t>, feed, </a:t>
            </a:r>
            <a:r>
              <a:rPr lang="nl-BE" dirty="0" err="1"/>
              <a:t>anchors</a:t>
            </a:r>
            <a:r>
              <a:rPr lang="nl-BE" dirty="0"/>
              <a:t>…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nl-BE" dirty="0" err="1"/>
              <a:t>Logistics</a:t>
            </a:r>
            <a:r>
              <a:rPr lang="nl-BE" dirty="0"/>
              <a:t>: new </a:t>
            </a:r>
            <a:r>
              <a:rPr lang="nl-BE" dirty="0" err="1"/>
              <a:t>functionality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get a </a:t>
            </a:r>
            <a:r>
              <a:rPr lang="nl-BE" dirty="0" err="1"/>
              <a:t>general</a:t>
            </a:r>
            <a:r>
              <a:rPr lang="nl-BE" dirty="0"/>
              <a:t> </a:t>
            </a:r>
            <a:r>
              <a:rPr lang="nl-BE" dirty="0" err="1"/>
              <a:t>overview</a:t>
            </a:r>
            <a:r>
              <a:rPr lang="nl-BE" dirty="0"/>
              <a:t> of </a:t>
            </a:r>
            <a:r>
              <a:rPr lang="nl-BE" dirty="0" err="1"/>
              <a:t>available</a:t>
            </a:r>
            <a:r>
              <a:rPr lang="nl-BE" dirty="0"/>
              <a:t> </a:t>
            </a:r>
            <a:r>
              <a:rPr lang="nl-BE" dirty="0" err="1"/>
              <a:t>logistics</a:t>
            </a:r>
            <a:r>
              <a:rPr lang="nl-BE" dirty="0"/>
              <a:t>  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124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multiple solutions!</a:t>
            </a:r>
          </a:p>
          <a:p>
            <a:r>
              <a:rPr lang="en-US" dirty="0"/>
              <a:t>Unique issues, unique qualities</a:t>
            </a:r>
          </a:p>
          <a:p>
            <a:r>
              <a:rPr lang="en-US" dirty="0"/>
              <a:t>Combine to build something better than the parts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8489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*: for what is in the administrative scope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“this case is not in the data because it doesn’t fit our world view” (e.g. temporary school)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Logic based on administrative processes; e.g. a school is not a site</a:t>
            </a:r>
          </a:p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96705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40906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official data</a:t>
            </a:r>
          </a:p>
          <a:p>
            <a:r>
              <a:rPr lang="en-US" dirty="0"/>
              <a:t>Link to OSM data if available</a:t>
            </a:r>
          </a:p>
          <a:p>
            <a:r>
              <a:rPr lang="en-US" dirty="0"/>
              <a:t>Based on location, name, address, some attributes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91771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in the end, a lot of data comes either from official data sources (open data, close organizations)</a:t>
            </a:r>
          </a:p>
          <a:p>
            <a:r>
              <a:rPr lang="en-US" dirty="0"/>
              <a:t>But many layers are pure OSM data</a:t>
            </a:r>
          </a:p>
          <a:p>
            <a:r>
              <a:rPr lang="en-US" dirty="0"/>
              <a:t>Hospitals: will be merged in the future</a:t>
            </a:r>
          </a:p>
          <a:p>
            <a:r>
              <a:rPr lang="en-US" dirty="0"/>
              <a:t>(): not started yet</a:t>
            </a:r>
          </a:p>
          <a:p>
            <a:r>
              <a:rPr lang="en-US" dirty="0"/>
              <a:t>*: OSM data validated with official sources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8580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manual reviewing of OSM data</a:t>
            </a:r>
          </a:p>
          <a:p>
            <a:pPr marL="171450" indent="-171450">
              <a:buFontTx/>
              <a:buChar char="-"/>
            </a:pPr>
            <a:r>
              <a:rPr lang="en-US" dirty="0"/>
              <a:t>Adding extra tags to clarify things, like</a:t>
            </a:r>
            <a:endParaRPr lang="nl-NL" dirty="0"/>
          </a:p>
          <a:p>
            <a:pPr marL="171450" indent="-171450">
              <a:buFontTx/>
              <a:buChar char="-"/>
            </a:pPr>
            <a:r>
              <a:rPr lang="nl-NL" dirty="0"/>
              <a:t>- type of </a:t>
            </a:r>
            <a:r>
              <a:rPr lang="nl-NL" dirty="0" err="1"/>
              <a:t>fire</a:t>
            </a:r>
            <a:r>
              <a:rPr lang="nl-NL" dirty="0"/>
              <a:t> station</a:t>
            </a:r>
          </a:p>
          <a:p>
            <a:pPr marL="171450" indent="-171450">
              <a:buFontTx/>
              <a:buChar char="-"/>
            </a:pPr>
            <a:r>
              <a:rPr lang="nl-NL" dirty="0"/>
              <a:t>- </a:t>
            </a:r>
            <a:r>
              <a:rPr lang="nl-NL" dirty="0" err="1"/>
              <a:t>international</a:t>
            </a:r>
            <a:r>
              <a:rPr lang="nl-NL" dirty="0"/>
              <a:t> airport </a:t>
            </a:r>
            <a:r>
              <a:rPr lang="nl-NL" dirty="0" err="1"/>
              <a:t>vs</a:t>
            </a:r>
            <a:r>
              <a:rPr lang="nl-NL" dirty="0"/>
              <a:t> </a:t>
            </a:r>
            <a:r>
              <a:rPr lang="nl-NL" dirty="0" err="1"/>
              <a:t>any</a:t>
            </a:r>
            <a:r>
              <a:rPr lang="nl-NL" dirty="0"/>
              <a:t> </a:t>
            </a:r>
            <a:r>
              <a:rPr lang="nl-NL" dirty="0" err="1"/>
              <a:t>old</a:t>
            </a:r>
            <a:r>
              <a:rPr lang="nl-NL" dirty="0"/>
              <a:t> airstrip</a:t>
            </a:r>
          </a:p>
          <a:p>
            <a:pPr marL="171450" indent="-171450">
              <a:buFontTx/>
              <a:buChar char="-"/>
            </a:pPr>
            <a:r>
              <a:rPr lang="nl-NL" dirty="0"/>
              <a:t>- </a:t>
            </a:r>
            <a:r>
              <a:rPr lang="nl-NL" dirty="0" err="1"/>
              <a:t>hospital</a:t>
            </a:r>
            <a:r>
              <a:rPr lang="nl-NL" dirty="0"/>
              <a:t> heliports</a:t>
            </a:r>
          </a:p>
          <a:p>
            <a:pPr marL="0" indent="0">
              <a:buFontTx/>
              <a:buNone/>
            </a:pP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4330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 comparing to official data</a:t>
            </a:r>
          </a:p>
          <a:p>
            <a:r>
              <a:rPr lang="en-US" dirty="0"/>
              <a:t>For example, a list of cultural </a:t>
            </a:r>
            <a:r>
              <a:rPr lang="en-US" dirty="0" err="1"/>
              <a:t>centres</a:t>
            </a:r>
            <a:r>
              <a:rPr lang="en-US" dirty="0"/>
              <a:t> in Wallonia</a:t>
            </a:r>
          </a:p>
          <a:p>
            <a:r>
              <a:rPr lang="nl-NL" dirty="0"/>
              <a:t>(</a:t>
            </a:r>
            <a:r>
              <a:rPr lang="nl-NL" dirty="0" err="1"/>
              <a:t>unlikely</a:t>
            </a:r>
            <a:r>
              <a:rPr lang="nl-NL" dirty="0"/>
              <a:t> </a:t>
            </a:r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a CC)</a:t>
            </a:r>
          </a:p>
          <a:p>
            <a:r>
              <a:rPr lang="nl-NL" dirty="0"/>
              <a:t>Or official list </a:t>
            </a:r>
            <a:r>
              <a:rPr lang="nl-NL" dirty="0" err="1"/>
              <a:t>pf</a:t>
            </a:r>
            <a:r>
              <a:rPr lang="nl-NL" dirty="0"/>
              <a:t> heliports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48863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then we have cleaned data, but how to maintain it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48722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 processes</a:t>
            </a:r>
          </a:p>
          <a:p>
            <a:r>
              <a:rPr lang="en-US" dirty="0"/>
              <a:t>To Postgres database</a:t>
            </a:r>
          </a:p>
          <a:p>
            <a:r>
              <a:rPr lang="en-US" dirty="0"/>
              <a:t>With </a:t>
            </a:r>
            <a:r>
              <a:rPr lang="en-US" dirty="0" err="1"/>
              <a:t>vectortiles</a:t>
            </a:r>
            <a:r>
              <a:rPr lang="en-US" dirty="0"/>
              <a:t> for rendering</a:t>
            </a:r>
          </a:p>
          <a:p>
            <a:r>
              <a:rPr lang="en-US" dirty="0" err="1"/>
              <a:t>Maputnik</a:t>
            </a:r>
            <a:r>
              <a:rPr lang="en-US" dirty="0"/>
              <a:t> for styling the </a:t>
            </a:r>
            <a:r>
              <a:rPr lang="en-US" dirty="0" err="1"/>
              <a:t>vectortiles</a:t>
            </a:r>
            <a:endParaRPr lang="en-US" dirty="0"/>
          </a:p>
          <a:p>
            <a:r>
              <a:rPr lang="en-US" dirty="0"/>
              <a:t>R libraries: </a:t>
            </a:r>
            <a:r>
              <a:rPr lang="en-US" dirty="0" err="1"/>
              <a:t>osmdata</a:t>
            </a:r>
            <a:r>
              <a:rPr lang="en-US" dirty="0"/>
              <a:t>, but moving towards maintaining a local copy of OSM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95641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Help </a:t>
            </a:r>
            <a:r>
              <a:rPr lang="nl-BE" dirty="0" err="1"/>
              <a:t>us</a:t>
            </a:r>
            <a:r>
              <a:rPr lang="nl-BE" dirty="0"/>
              <a:t> </a:t>
            </a:r>
            <a:r>
              <a:rPr lang="nl-BE" dirty="0" err="1"/>
              <a:t>improve</a:t>
            </a:r>
            <a:r>
              <a:rPr lang="nl-BE" dirty="0"/>
              <a:t> OSM </a:t>
            </a:r>
            <a:r>
              <a:rPr lang="nl-BE" dirty="0" err="1"/>
              <a:t>for</a:t>
            </a:r>
            <a:r>
              <a:rPr lang="nl-BE" dirty="0"/>
              <a:t> </a:t>
            </a:r>
            <a:r>
              <a:rPr lang="nl-BE" dirty="0" err="1"/>
              <a:t>national</a:t>
            </a:r>
            <a:r>
              <a:rPr lang="nl-BE" dirty="0"/>
              <a:t> crisis management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36089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click “start” to go to a random point or</a:t>
            </a:r>
          </a:p>
          <a:p>
            <a:r>
              <a:rPr lang="en-US" dirty="0"/>
              <a:t>Zoom on the map till you see individual points and click “start task 1234566”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3020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isiscentrum_1920x1080p_v1.mp4">
            <a:hlinkClick r:id="" action="ppaction://media"/>
            <a:extLst>
              <a:ext uri="{FF2B5EF4-FFF2-40B4-BE49-F238E27FC236}">
                <a16:creationId xmlns:a16="http://schemas.microsoft.com/office/drawing/2014/main" id="{6BE3F2BF-3595-4C46-8229-1F4C7F93AD27}"/>
              </a:ext>
            </a:extLst>
          </p:cNvPr>
          <p:cNvPicPr>
            <a:picLocks noChangeAspect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3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eldia">
    <p:bg>
      <p:bgPr>
        <a:solidFill>
          <a:srgbClr val="1BAF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DFC391-6EBA-804D-8FA0-6B2CC82DAD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0780" y="0"/>
            <a:ext cx="9325971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Titel presentatie</a:t>
            </a:r>
            <a:endParaRPr lang="en-GB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ED4A578-E98F-F240-8570-70F57D5EE1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0780" y="2479675"/>
            <a:ext cx="9325971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Ondertitel presentatie</a:t>
            </a:r>
            <a:endParaRPr lang="en-GB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6AC543E2-8E2A-7A46-9F0B-C2F5A312B9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88721" y="4525489"/>
            <a:ext cx="2667477" cy="2351761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4F79473C-3E1D-194E-9B68-B63E8BF2A4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96452" y="6176868"/>
            <a:ext cx="2283205" cy="403911"/>
          </a:xfrm>
          <a:prstGeom prst="rect">
            <a:avLst/>
          </a:prstGeom>
        </p:spPr>
      </p:pic>
      <p:pic>
        <p:nvPicPr>
          <p:cNvPr id="5" name="Afbeelding 4" descr="Afbeelding met Lettertype, logo, Graphics, tekst&#10;&#10;Automatisch gegenereerde beschrijving">
            <a:extLst>
              <a:ext uri="{FF2B5EF4-FFF2-40B4-BE49-F238E27FC236}">
                <a16:creationId xmlns:a16="http://schemas.microsoft.com/office/drawing/2014/main" id="{0BF575A4-F34D-CFD8-3B0B-4A1844ECEF2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13118" y="6102222"/>
            <a:ext cx="1266341" cy="59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801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6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DFC391-6EBA-804D-8FA0-6B2CC82DAD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1838" y="-1"/>
            <a:ext cx="9334913" cy="3209731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nl-NL"/>
              <a:t>Titel presentatie</a:t>
            </a:r>
            <a:endParaRPr lang="en-GB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6AC543E2-8E2A-7A46-9F0B-C2F5A312B9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88721" y="4525489"/>
            <a:ext cx="2667477" cy="2351761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CBF06F86-675E-F0EB-F190-9C505A6F34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6449" y="6176962"/>
            <a:ext cx="2283211" cy="403912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AF58F6AB-0499-B189-C6B4-A1AF6F042BC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013119" y="6102222"/>
            <a:ext cx="1266339" cy="59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0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di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1570F0DC-1413-C246-993D-9442FB8692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57103" y="-59960"/>
            <a:ext cx="5295439" cy="696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211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dia">
    <p:bg>
      <p:bgPr>
        <a:pattFill prst="pct5">
          <a:fgClr>
            <a:schemeClr val="bg1"/>
          </a:fgClr>
          <a:bgClr>
            <a:srgbClr val="1BAFA5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4C7BD2-521E-EA4C-B2B3-F27D3B1079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8" y="3389653"/>
            <a:ext cx="7872412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Tussenslide met achtergrondafbeelding</a:t>
            </a:r>
            <a:endParaRPr lang="en-GB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A2CB00EC-0E7B-024A-9CC7-26C2BD0482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4857333"/>
            <a:ext cx="7872412" cy="884238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nl-NL"/>
              <a:t>Voeg achtergrondafbeelding toe door rechts te klikken op de slide en achtergrond opmaken te selecteren</a:t>
            </a:r>
            <a:endParaRPr lang="en-GB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8C39E283-ED66-EA41-BF1D-78C19C3D75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57103" y="-59960"/>
            <a:ext cx="5295439" cy="696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969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437EC6-CA17-AF4A-ADB1-512488886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365126"/>
            <a:ext cx="10621962" cy="669196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6E08F76-6953-954E-A3F1-6A7A66B1B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1978701"/>
            <a:ext cx="10621962" cy="4198261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nl-NL"/>
              <a:t>Tekststijl van het model bewerken
Tweede niveau
Derde niveau
Vierde niveau
Vijfde niveau</a:t>
            </a:r>
            <a:endParaRPr lang="en-GB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F0BD0157-6A72-0E4B-88E1-C547E23AAF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8" y="1064302"/>
            <a:ext cx="10621962" cy="627062"/>
          </a:xfrm>
        </p:spPr>
        <p:txBody>
          <a:bodyPr>
            <a:normAutofit/>
          </a:bodyPr>
          <a:lstStyle>
            <a:lvl1pPr marL="0" indent="0">
              <a:buNone/>
              <a:defRPr sz="2000" b="0">
                <a:solidFill>
                  <a:srgbClr val="1BAFA5"/>
                </a:solidFill>
              </a:defRPr>
            </a:lvl1pPr>
          </a:lstStyle>
          <a:p>
            <a:r>
              <a:rPr lang="nl-NL"/>
              <a:t>Tekststijl van het model bewerken</a:t>
            </a:r>
            <a:endParaRPr lang="en-GB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F142AAEB-1705-4EBD-A5EE-1652F96610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6449" y="6176962"/>
            <a:ext cx="2283211" cy="403912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EBC78324-6A3F-C731-A775-EDC1968F77B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013119" y="6102222"/>
            <a:ext cx="1266339" cy="59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977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13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437EC6-CA17-AF4A-ADB1-5124888861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8" y="365126"/>
            <a:ext cx="10621962" cy="669196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6E08F76-6953-954E-A3F1-6A7A66B1B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0780" y="1978701"/>
            <a:ext cx="4923020" cy="4002999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nl-NL"/>
              <a:t>Tekststijl van het model bewerken
Tweede niveau
Derde niveau
Vierde niveau
Vijfde niveau</a:t>
            </a:r>
            <a:endParaRPr lang="en-GB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F0BD0157-6A72-0E4B-88E1-C547E23AAF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8" y="1064302"/>
            <a:ext cx="10621962" cy="627062"/>
          </a:xfrm>
        </p:spPr>
        <p:txBody>
          <a:bodyPr>
            <a:normAutofit/>
          </a:bodyPr>
          <a:lstStyle>
            <a:lvl1pPr marL="0" indent="0">
              <a:buNone/>
              <a:defRPr sz="2000" b="0">
                <a:solidFill>
                  <a:srgbClr val="1BAFA5"/>
                </a:solidFill>
              </a:defRPr>
            </a:lvl1pPr>
          </a:lstStyle>
          <a:p>
            <a:r>
              <a:rPr lang="nl-NL"/>
              <a:t>Tekststijl van het model bewerken</a:t>
            </a:r>
            <a:endParaRPr lang="en-GB"/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C49A8CB9-58A5-7C49-A11F-F4FCED917A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978701"/>
            <a:ext cx="5257800" cy="4002999"/>
          </a:xfrm>
          <a:pattFill prst="pct5">
            <a:fgClr>
              <a:srgbClr val="1BAFA5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rgbClr val="1BAFA5"/>
                </a:solidFill>
              </a:defRPr>
            </a:lvl1pPr>
          </a:lstStyle>
          <a:p>
            <a:endParaRPr lang="en-GB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156017A0-265C-64D5-48B4-0F10277278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6449" y="6176962"/>
            <a:ext cx="2283211" cy="403912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F1E58EE7-4394-7E63-C9EC-149C8AD1B7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013119" y="6102222"/>
            <a:ext cx="1266339" cy="59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243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13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437EC6-CA17-AF4A-ADB1-5124888861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8" y="365126"/>
            <a:ext cx="10621962" cy="669196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6E08F76-6953-954E-A3F1-6A7A66B1B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3810028"/>
            <a:ext cx="10621962" cy="217167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nl-NL"/>
              <a:t>Tekststijl van het model bewerken
Tweede niveau
Derde niveau
Vierde niveau
Vijfde niveau</a:t>
            </a:r>
            <a:endParaRPr lang="en-GB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F0BD0157-6A72-0E4B-88E1-C547E23AAF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8" y="1064302"/>
            <a:ext cx="10621962" cy="627062"/>
          </a:xfrm>
        </p:spPr>
        <p:txBody>
          <a:bodyPr>
            <a:normAutofit/>
          </a:bodyPr>
          <a:lstStyle>
            <a:lvl1pPr marL="0" indent="0">
              <a:buNone/>
              <a:defRPr sz="2000" b="0">
                <a:solidFill>
                  <a:srgbClr val="1BAFA5"/>
                </a:solidFill>
              </a:defRPr>
            </a:lvl1pPr>
          </a:lstStyle>
          <a:p>
            <a:r>
              <a:rPr lang="nl-NL"/>
              <a:t>Tekststijl van het model bewerken</a:t>
            </a:r>
            <a:endParaRPr lang="en-GB"/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C49A8CB9-58A5-7C49-A11F-F4FCED917A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691363"/>
            <a:ext cx="12192000" cy="1929045"/>
          </a:xfrm>
          <a:pattFill prst="pct5">
            <a:fgClr>
              <a:srgbClr val="1BAFA5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rgbClr val="1BAFA5"/>
                </a:solidFill>
              </a:defRPr>
            </a:lvl1pPr>
          </a:lstStyle>
          <a:p>
            <a:endParaRPr lang="en-GB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731E1E87-F3C4-F60B-F635-DB491DE323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6449" y="6176962"/>
            <a:ext cx="2283211" cy="403912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1F30ECE7-00B9-BF2A-45BF-AE8EB9A9E5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013119" y="6102222"/>
            <a:ext cx="1266339" cy="59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68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133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437EC6-CA17-AF4A-ADB1-5124888861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8" y="1600002"/>
            <a:ext cx="4802529" cy="669196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nl-NL"/>
              <a:t>KLIK OM STIJL </a:t>
            </a:r>
            <a:br>
              <a:rPr lang="nl-NL"/>
            </a:br>
            <a:r>
              <a:rPr lang="nl-NL"/>
              <a:t>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6E08F76-6953-954E-A3F1-6A7A66B1B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3429000"/>
            <a:ext cx="4802529" cy="252543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nl-NL"/>
              <a:t>Tekststijl van het model bewerken
Tweede niveau
Derde niveau
Vierde niveau
Vijfde niveau</a:t>
            </a:r>
            <a:endParaRPr lang="en-GB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F0BD0157-6A72-0E4B-88E1-C547E23AAF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8" y="2299178"/>
            <a:ext cx="4802529" cy="627062"/>
          </a:xfrm>
        </p:spPr>
        <p:txBody>
          <a:bodyPr>
            <a:normAutofit/>
          </a:bodyPr>
          <a:lstStyle>
            <a:lvl1pPr marL="0" indent="0">
              <a:buNone/>
              <a:defRPr sz="2000" b="0">
                <a:solidFill>
                  <a:srgbClr val="1BAFA5"/>
                </a:solidFill>
              </a:defRPr>
            </a:lvl1pPr>
          </a:lstStyle>
          <a:p>
            <a:r>
              <a:rPr lang="nl-NL"/>
              <a:t>Tekststijl van het model bewerken</a:t>
            </a:r>
            <a:endParaRPr lang="en-GB"/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C49A8CB9-58A5-7C49-A11F-F4FCED917A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00474" y="884729"/>
            <a:ext cx="2663824" cy="2476981"/>
          </a:xfrm>
          <a:pattFill prst="pct5">
            <a:fgClr>
              <a:srgbClr val="1BAFA5"/>
            </a:fgClr>
            <a:bgClr>
              <a:schemeClr val="bg1"/>
            </a:bgClr>
          </a:pattFill>
          <a:ln>
            <a:solidFill>
              <a:srgbClr val="1BAFA5"/>
            </a:solidFill>
          </a:ln>
        </p:spPr>
        <p:txBody>
          <a:bodyPr anchor="ctr"/>
          <a:lstStyle>
            <a:lvl1pPr marL="0" indent="0" algn="ctr">
              <a:buNone/>
              <a:defRPr>
                <a:solidFill>
                  <a:srgbClr val="1BAFA5"/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Tijdelijke aanduiding voor afbeelding 4">
            <a:extLst>
              <a:ext uri="{FF2B5EF4-FFF2-40B4-BE49-F238E27FC236}">
                <a16:creationId xmlns:a16="http://schemas.microsoft.com/office/drawing/2014/main" id="{6D13A717-EA2B-9B45-8445-8D9316418D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89975" y="884729"/>
            <a:ext cx="2663824" cy="2476981"/>
          </a:xfrm>
          <a:pattFill prst="pct5">
            <a:fgClr>
              <a:srgbClr val="1BAFA5"/>
            </a:fgClr>
            <a:bgClr>
              <a:schemeClr val="bg1"/>
            </a:bgClr>
          </a:pattFill>
          <a:ln>
            <a:solidFill>
              <a:srgbClr val="1BAFA5"/>
            </a:solidFill>
          </a:ln>
        </p:spPr>
        <p:txBody>
          <a:bodyPr anchor="ctr"/>
          <a:lstStyle>
            <a:lvl1pPr marL="0" indent="0" algn="ctr">
              <a:buNone/>
              <a:defRPr>
                <a:solidFill>
                  <a:srgbClr val="1BAFA5"/>
                </a:solidFill>
              </a:defRPr>
            </a:lvl1pPr>
          </a:lstStyle>
          <a:p>
            <a:endParaRPr lang="en-GB"/>
          </a:p>
        </p:txBody>
      </p:sp>
      <p:sp>
        <p:nvSpPr>
          <p:cNvPr id="17" name="Tijdelijke aanduiding voor afbeelding 4">
            <a:extLst>
              <a:ext uri="{FF2B5EF4-FFF2-40B4-BE49-F238E27FC236}">
                <a16:creationId xmlns:a16="http://schemas.microsoft.com/office/drawing/2014/main" id="{7D7C4802-CD9A-BB4A-AC31-690A565CAD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00474" y="3477458"/>
            <a:ext cx="2663824" cy="2476981"/>
          </a:xfrm>
          <a:pattFill prst="pct5">
            <a:fgClr>
              <a:srgbClr val="1BAFA5"/>
            </a:fgClr>
            <a:bgClr>
              <a:schemeClr val="bg1"/>
            </a:bgClr>
          </a:pattFill>
          <a:ln>
            <a:solidFill>
              <a:srgbClr val="1BAFA5"/>
            </a:solidFill>
          </a:ln>
        </p:spPr>
        <p:txBody>
          <a:bodyPr anchor="ctr"/>
          <a:lstStyle>
            <a:lvl1pPr marL="0" indent="0" algn="ctr">
              <a:buNone/>
              <a:defRPr>
                <a:solidFill>
                  <a:srgbClr val="1BAFA5"/>
                </a:solidFill>
              </a:defRPr>
            </a:lvl1pPr>
          </a:lstStyle>
          <a:p>
            <a:endParaRPr lang="en-GB"/>
          </a:p>
        </p:txBody>
      </p:sp>
      <p:sp>
        <p:nvSpPr>
          <p:cNvPr id="18" name="Tijdelijke aanduiding voor afbeelding 4">
            <a:extLst>
              <a:ext uri="{FF2B5EF4-FFF2-40B4-BE49-F238E27FC236}">
                <a16:creationId xmlns:a16="http://schemas.microsoft.com/office/drawing/2014/main" id="{FEA4D1FA-0BCD-4545-996E-BE35B6174F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89975" y="3477458"/>
            <a:ext cx="2663824" cy="2476981"/>
          </a:xfrm>
          <a:pattFill prst="pct5">
            <a:fgClr>
              <a:srgbClr val="1BAFA5"/>
            </a:fgClr>
            <a:bgClr>
              <a:schemeClr val="bg1"/>
            </a:bgClr>
          </a:pattFill>
          <a:ln>
            <a:solidFill>
              <a:srgbClr val="1BAFA5"/>
            </a:solidFill>
          </a:ln>
        </p:spPr>
        <p:txBody>
          <a:bodyPr anchor="ctr"/>
          <a:lstStyle>
            <a:lvl1pPr marL="0" indent="0" algn="ctr">
              <a:buNone/>
              <a:defRPr>
                <a:solidFill>
                  <a:srgbClr val="1BAFA5"/>
                </a:solidFill>
              </a:defRPr>
            </a:lvl1pPr>
          </a:lstStyle>
          <a:p>
            <a:endParaRPr lang="en-GB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EE9ACC32-D061-1CC8-8FF0-76C08ED3C3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6449" y="6176962"/>
            <a:ext cx="2283211" cy="403912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2A8DE1BD-7370-5760-76AE-CD95EAA0AC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013119" y="6102222"/>
            <a:ext cx="1266339" cy="59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969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133">
          <p15:clr>
            <a:srgbClr val="FBAE40"/>
          </p15:clr>
        </p15:guide>
        <p15:guide id="2" pos="213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en object">
    <p:bg>
      <p:bgPr>
        <a:solidFill>
          <a:srgbClr val="1BAF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437EC6-CA17-AF4A-ADB1-512488886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365126"/>
            <a:ext cx="10621962" cy="669196"/>
          </a:xfrm>
        </p:spPr>
        <p:txBody>
          <a:bodyPr anchor="b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6E08F76-6953-954E-A3F1-6A7A66B1B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1978701"/>
            <a:ext cx="10621962" cy="4198261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nl-NL"/>
              <a:t>Tekststijl van het model bewerken
Tweede niveau
Derde niveau
Vierde niveau
Vijfde niveau</a:t>
            </a:r>
            <a:endParaRPr lang="en-GB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F0BD0157-6A72-0E4B-88E1-C547E23AAF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8" y="1064302"/>
            <a:ext cx="10621962" cy="627062"/>
          </a:xfrm>
        </p:spPr>
        <p:txBody>
          <a:bodyPr>
            <a:norm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nl-NL"/>
              <a:t>Tekststijl van het model bewerken</a:t>
            </a:r>
            <a:endParaRPr lang="en-GB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A7B0B464-37EA-FE46-1751-56F0C39758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96452" y="6176868"/>
            <a:ext cx="2283205" cy="403911"/>
          </a:xfrm>
          <a:prstGeom prst="rect">
            <a:avLst/>
          </a:prstGeom>
        </p:spPr>
      </p:pic>
      <p:pic>
        <p:nvPicPr>
          <p:cNvPr id="10" name="Afbeelding 9" descr="Afbeelding met Lettertype, logo, Graphics, tekst&#10;&#10;Automatisch gegenereerde beschrijving">
            <a:extLst>
              <a:ext uri="{FF2B5EF4-FFF2-40B4-BE49-F238E27FC236}">
                <a16:creationId xmlns:a16="http://schemas.microsoft.com/office/drawing/2014/main" id="{B4ADFBA0-7860-5BDF-EC4A-E400E396C0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13118" y="6102222"/>
            <a:ext cx="1266341" cy="59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734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133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en object">
    <p:bg>
      <p:bgPr>
        <a:solidFill>
          <a:srgbClr val="1BAF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437EC6-CA17-AF4A-ADB1-5124888861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8" y="365126"/>
            <a:ext cx="10621962" cy="669196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6E08F76-6953-954E-A3F1-6A7A66B1B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0780" y="1978701"/>
            <a:ext cx="4923020" cy="4002999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nl-NL"/>
              <a:t>Tekststijl van het model bewerken
Tweede niveau
Derde niveau
Vierde niveau
Vijfde niveau</a:t>
            </a:r>
            <a:endParaRPr lang="en-GB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F0BD0157-6A72-0E4B-88E1-C547E23AAF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8" y="1064302"/>
            <a:ext cx="10621962" cy="627062"/>
          </a:xfrm>
        </p:spPr>
        <p:txBody>
          <a:bodyPr>
            <a:norm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nl-NL"/>
              <a:t>Tekststijl van het model bewerken</a:t>
            </a:r>
            <a:endParaRPr lang="en-GB"/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C49A8CB9-58A5-7C49-A11F-F4FCED917A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978701"/>
            <a:ext cx="5257800" cy="4002999"/>
          </a:xfrm>
          <a:pattFill prst="pct5">
            <a:fgClr>
              <a:srgbClr val="1BAFA5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rgbClr val="1BAFA5"/>
                </a:solidFill>
              </a:defRPr>
            </a:lvl1pPr>
          </a:lstStyle>
          <a:p>
            <a:endParaRPr lang="en-GB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73A299A3-7411-74EF-771A-F7EB3F8A26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96452" y="6176868"/>
            <a:ext cx="2283205" cy="403911"/>
          </a:xfrm>
          <a:prstGeom prst="rect">
            <a:avLst/>
          </a:prstGeom>
        </p:spPr>
      </p:pic>
      <p:pic>
        <p:nvPicPr>
          <p:cNvPr id="7" name="Afbeelding 6" descr="Afbeelding met Lettertype, logo, Graphics, tekst&#10;&#10;Automatisch gegenereerde beschrijving">
            <a:extLst>
              <a:ext uri="{FF2B5EF4-FFF2-40B4-BE49-F238E27FC236}">
                <a16:creationId xmlns:a16="http://schemas.microsoft.com/office/drawing/2014/main" id="{54A5474C-409B-2B16-A11E-01902CF1C64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13118" y="6102222"/>
            <a:ext cx="1266341" cy="59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89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13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 en object">
    <p:bg>
      <p:bgPr>
        <a:solidFill>
          <a:srgbClr val="1BAF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437EC6-CA17-AF4A-ADB1-5124888861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8" y="365126"/>
            <a:ext cx="10621962" cy="669196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6E08F76-6953-954E-A3F1-6A7A66B1B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10028"/>
            <a:ext cx="10515600" cy="2171672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nl-NL"/>
              <a:t>Tekststijl van het model bewerken
Tweede niveau
Derde niveau
Vierde niveau
Vijfde niveau</a:t>
            </a:r>
            <a:endParaRPr lang="en-GB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F0BD0157-6A72-0E4B-88E1-C547E23AAF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8" y="1064302"/>
            <a:ext cx="10621962" cy="627062"/>
          </a:xfrm>
        </p:spPr>
        <p:txBody>
          <a:bodyPr>
            <a:norm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nl-NL"/>
              <a:t>Tekststijl van het model bewerken</a:t>
            </a:r>
            <a:endParaRPr lang="en-GB"/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C49A8CB9-58A5-7C49-A11F-F4FCED917A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691363"/>
            <a:ext cx="10515600" cy="1929045"/>
          </a:xfrm>
          <a:pattFill prst="pct5">
            <a:fgClr>
              <a:srgbClr val="1BAFA5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>
                <a:solidFill>
                  <a:srgbClr val="1BAFA5"/>
                </a:solidFill>
              </a:defRPr>
            </a:lvl1pPr>
          </a:lstStyle>
          <a:p>
            <a:endParaRPr lang="en-GB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3B2EBBBC-81CD-CD1C-A98B-DA1D569DD8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96452" y="6176868"/>
            <a:ext cx="2283205" cy="403911"/>
          </a:xfrm>
          <a:prstGeom prst="rect">
            <a:avLst/>
          </a:prstGeom>
        </p:spPr>
      </p:pic>
      <p:pic>
        <p:nvPicPr>
          <p:cNvPr id="7" name="Afbeelding 6" descr="Afbeelding met Lettertype, logo, Graphics, tekst&#10;&#10;Automatisch gegenereerde beschrijving">
            <a:extLst>
              <a:ext uri="{FF2B5EF4-FFF2-40B4-BE49-F238E27FC236}">
                <a16:creationId xmlns:a16="http://schemas.microsoft.com/office/drawing/2014/main" id="{1F0F8DC3-082E-8D12-B8CB-2BE17FD8CD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13118" y="6102222"/>
            <a:ext cx="1266341" cy="59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771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13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 en object">
    <p:bg>
      <p:bgPr>
        <a:solidFill>
          <a:srgbClr val="1BAF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437EC6-CA17-AF4A-ADB1-5124888861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8" y="2456529"/>
            <a:ext cx="4802529" cy="669196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</a:t>
            </a:r>
            <a:br>
              <a:rPr lang="nl-NL"/>
            </a:br>
            <a:r>
              <a:rPr lang="nl-NL"/>
              <a:t>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6E08F76-6953-954E-A3F1-6A7A66B1B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3782767"/>
            <a:ext cx="4027025" cy="2171672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nl-NL"/>
              <a:t>Tekststijl van het model bewerken
Tweede niveau
Derde niveau
Vierde niveau
Vijfde niveau</a:t>
            </a:r>
            <a:endParaRPr lang="en-GB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F0BD0157-6A72-0E4B-88E1-C547E23AAF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8" y="3155705"/>
            <a:ext cx="4802529" cy="627062"/>
          </a:xfrm>
        </p:spPr>
        <p:txBody>
          <a:bodyPr>
            <a:norm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nl-NL"/>
              <a:t>Tekststijl van het model bewerken</a:t>
            </a:r>
            <a:endParaRPr lang="en-GB"/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C49A8CB9-58A5-7C49-A11F-F4FCED917A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00474" y="775505"/>
            <a:ext cx="2663824" cy="2653496"/>
          </a:xfrm>
          <a:pattFill prst="pct5">
            <a:fgClr>
              <a:srgbClr val="1BAFA5"/>
            </a:fgClr>
            <a:bgClr>
              <a:schemeClr val="bg1"/>
            </a:bgClr>
          </a:pattFill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>
                <a:solidFill>
                  <a:srgbClr val="1BAFA5"/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Tijdelijke aanduiding voor afbeelding 4">
            <a:extLst>
              <a:ext uri="{FF2B5EF4-FFF2-40B4-BE49-F238E27FC236}">
                <a16:creationId xmlns:a16="http://schemas.microsoft.com/office/drawing/2014/main" id="{6D13A717-EA2B-9B45-8445-8D9316418D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89975" y="775505"/>
            <a:ext cx="2663824" cy="2653496"/>
          </a:xfrm>
          <a:pattFill prst="pct5">
            <a:fgClr>
              <a:srgbClr val="1BAFA5"/>
            </a:fgClr>
            <a:bgClr>
              <a:schemeClr val="bg1"/>
            </a:bgClr>
          </a:pattFill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>
                <a:solidFill>
                  <a:srgbClr val="1BAFA5"/>
                </a:solidFill>
              </a:defRPr>
            </a:lvl1pPr>
          </a:lstStyle>
          <a:p>
            <a:endParaRPr lang="en-GB"/>
          </a:p>
        </p:txBody>
      </p:sp>
      <p:sp>
        <p:nvSpPr>
          <p:cNvPr id="13" name="Tijdelijke aanduiding voor afbeelding 4">
            <a:extLst>
              <a:ext uri="{FF2B5EF4-FFF2-40B4-BE49-F238E27FC236}">
                <a16:creationId xmlns:a16="http://schemas.microsoft.com/office/drawing/2014/main" id="{858B4FB4-45A4-814C-B67B-F67D308F899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00474" y="3541855"/>
            <a:ext cx="2663824" cy="2653496"/>
          </a:xfrm>
          <a:pattFill prst="pct5">
            <a:fgClr>
              <a:srgbClr val="1BAFA5"/>
            </a:fgClr>
            <a:bgClr>
              <a:schemeClr val="bg1"/>
            </a:bgClr>
          </a:pattFill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>
                <a:solidFill>
                  <a:srgbClr val="1BAFA5"/>
                </a:solidFill>
              </a:defRPr>
            </a:lvl1pPr>
          </a:lstStyle>
          <a:p>
            <a:endParaRPr lang="en-GB"/>
          </a:p>
        </p:txBody>
      </p:sp>
      <p:sp>
        <p:nvSpPr>
          <p:cNvPr id="14" name="Tijdelijke aanduiding voor afbeelding 4">
            <a:extLst>
              <a:ext uri="{FF2B5EF4-FFF2-40B4-BE49-F238E27FC236}">
                <a16:creationId xmlns:a16="http://schemas.microsoft.com/office/drawing/2014/main" id="{09FC8DF2-0571-C740-A94A-6BAFB0BDB93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89975" y="3541855"/>
            <a:ext cx="2663824" cy="2653496"/>
          </a:xfrm>
          <a:pattFill prst="pct5">
            <a:fgClr>
              <a:srgbClr val="1BAFA5"/>
            </a:fgClr>
            <a:bgClr>
              <a:schemeClr val="bg1"/>
            </a:bgClr>
          </a:pattFill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>
                <a:solidFill>
                  <a:srgbClr val="1BAFA5"/>
                </a:solidFill>
              </a:defRPr>
            </a:lvl1pPr>
          </a:lstStyle>
          <a:p>
            <a:endParaRPr lang="en-GB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02C89214-1DEE-7A62-51B4-4D0545F4A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96452" y="6176868"/>
            <a:ext cx="2283205" cy="403911"/>
          </a:xfrm>
          <a:prstGeom prst="rect">
            <a:avLst/>
          </a:prstGeom>
        </p:spPr>
      </p:pic>
      <p:pic>
        <p:nvPicPr>
          <p:cNvPr id="7" name="Afbeelding 6" descr="Afbeelding met Lettertype, logo, Graphics, tekst&#10;&#10;Automatisch gegenereerde beschrijving">
            <a:extLst>
              <a:ext uri="{FF2B5EF4-FFF2-40B4-BE49-F238E27FC236}">
                <a16:creationId xmlns:a16="http://schemas.microsoft.com/office/drawing/2014/main" id="{D621123C-F2D1-AF9C-6FEB-49AC9BE3ED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13118" y="6102222"/>
            <a:ext cx="1266341" cy="59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344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133">
          <p15:clr>
            <a:srgbClr val="FBAE40"/>
          </p15:clr>
        </p15:guide>
        <p15:guide id="2" pos="213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dia">
    <p:bg>
      <p:bgPr>
        <a:solidFill>
          <a:srgbClr val="1BAF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8C39E283-ED66-EA41-BF1D-78C19C3D75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57103" y="-59960"/>
            <a:ext cx="5295439" cy="6966673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ED0FD5F3-EA96-6D49-AA88-8F4ED6D1D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238" y="2665753"/>
            <a:ext cx="7872412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Eindslide</a:t>
            </a:r>
            <a:endParaRPr lang="en-GB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09517FF8-C3CB-6155-2DA0-7710747C14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96452" y="6176868"/>
            <a:ext cx="2283205" cy="403911"/>
          </a:xfrm>
          <a:prstGeom prst="rect">
            <a:avLst/>
          </a:prstGeom>
        </p:spPr>
      </p:pic>
      <p:pic>
        <p:nvPicPr>
          <p:cNvPr id="4" name="Afbeelding 3" descr="Afbeelding met Lettertype, logo, Graphics, tekst&#10;&#10;Automatisch gegenereerde beschrijving">
            <a:extLst>
              <a:ext uri="{FF2B5EF4-FFF2-40B4-BE49-F238E27FC236}">
                <a16:creationId xmlns:a16="http://schemas.microsoft.com/office/drawing/2014/main" id="{D6FF91C4-04EC-D465-C424-C69456B643A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13118" y="6102222"/>
            <a:ext cx="1266341" cy="59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350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8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BE818D-F286-11DE-D7B2-D8B830AF4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93DABF4-7ABA-C806-D5CB-933933EC0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03E59E0-3C8F-E004-7E95-7EDE5FCFC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4FE05-2254-4488-98D1-C4988B0E88F0}" type="datetimeFigureOut">
              <a:rPr lang="nl-NL" smtClean="0"/>
              <a:t>17-10-2024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B1569C1-D4D0-B77B-F510-C5342E130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93A9EB2-5BB9-1410-B42F-FE2FE89B8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9F165-5A61-4611-85DE-F13D917C6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47524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4EAABB86-828A-1047-99B1-21351AFA4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365125"/>
            <a:ext cx="1062196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1DB8CFE-7874-B041-8C21-A04AEE5E5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8" y="1825625"/>
            <a:ext cx="106219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nl-NL"/>
              <a:t>Tekststijl van het model bewerken
Tweede niveau
Derde niveau
Vierde niveau
Vijfde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3869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8" r:id="rId5"/>
    <p:sldLayoutId id="2147483650" r:id="rId6"/>
    <p:sldLayoutId id="2147483673" r:id="rId7"/>
    <p:sldLayoutId id="2147483664" r:id="rId8"/>
    <p:sldLayoutId id="2147483671" r:id="rId9"/>
    <p:sldLayoutId id="2147483674" r:id="rId10"/>
    <p:sldLayoutId id="2147483667" r:id="rId11"/>
    <p:sldLayoutId id="2147483669" r:id="rId12"/>
    <p:sldLayoutId id="2147483672" r:id="rId13"/>
    <p:sldLayoutId id="2147483675" r:id="rId14"/>
    <p:sldLayoutId id="2147483676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4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2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osm.town/@joost_schoupp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svg"/><Relationship Id="rId18" Type="http://schemas.openxmlformats.org/officeDocument/2006/relationships/image" Target="../media/image32.png"/><Relationship Id="rId3" Type="http://schemas.openxmlformats.org/officeDocument/2006/relationships/image" Target="../media/image9.png"/><Relationship Id="rId7" Type="http://schemas.openxmlformats.org/officeDocument/2006/relationships/image" Target="../media/image21.svg"/><Relationship Id="rId12" Type="http://schemas.openxmlformats.org/officeDocument/2006/relationships/image" Target="../media/image26.png"/><Relationship Id="rId17" Type="http://schemas.openxmlformats.org/officeDocument/2006/relationships/image" Target="../media/image31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5" Type="http://schemas.openxmlformats.org/officeDocument/2006/relationships/image" Target="../media/image29.svg"/><Relationship Id="rId10" Type="http://schemas.openxmlformats.org/officeDocument/2006/relationships/image" Target="../media/image24.png"/><Relationship Id="rId19" Type="http://schemas.openxmlformats.org/officeDocument/2006/relationships/image" Target="../media/image33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s://crisiscentrum.be/" TargetMode="External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17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maproulette.org/challenge/48863/task/242580937" TargetMode="Externa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9CEF57-8524-41FE-A33D-A35FB3EC9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0780" y="-1"/>
            <a:ext cx="9784345" cy="3219189"/>
          </a:xfrm>
        </p:spPr>
        <p:txBody>
          <a:bodyPr>
            <a:noAutofit/>
          </a:bodyPr>
          <a:lstStyle/>
          <a:p>
            <a:r>
              <a:rPr lang="en-US" sz="4800" b="1" dirty="0"/>
              <a:t>Stable IDs from OpenStreetMap and combining data sources for use in crisis management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5D2E7F3-898A-41BE-912D-78267C95B8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3257" y="3219188"/>
            <a:ext cx="1881868" cy="9162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nl-BE" i="1" dirty="0"/>
              <a:t>26/09/2024</a:t>
            </a:r>
            <a:endParaRPr lang="nl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4942E9-272D-CDCC-5C98-DABC43D668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6103894"/>
            <a:ext cx="2819400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345C0958-C8A9-F5DE-0FC0-B98335E92DCA}"/>
              </a:ext>
            </a:extLst>
          </p:cNvPr>
          <p:cNvSpPr txBox="1"/>
          <p:nvPr/>
        </p:nvSpPr>
        <p:spPr>
          <a:xfrm>
            <a:off x="1937658" y="3503838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how the NCCN uses OSM &amp; authentic sources in Paragon</a:t>
            </a:r>
          </a:p>
        </p:txBody>
      </p:sp>
    </p:spTree>
    <p:extLst>
      <p:ext uri="{BB962C8B-B14F-4D97-AF65-F5344CB8AC3E}">
        <p14:creationId xmlns:p14="http://schemas.microsoft.com/office/powerpoint/2010/main" val="868629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03F20F-EADD-C2D9-C5AC-0253CAD5D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Paragon</a:t>
            </a:r>
            <a:endParaRPr lang="en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69CC16-A0E0-AEED-8853-8A54ED65D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What is a security platform? </a:t>
            </a:r>
          </a:p>
          <a:p>
            <a:pPr marL="971550" lvl="1" indent="-285750"/>
            <a:r>
              <a:rPr lang="en-GB" sz="2000" dirty="0"/>
              <a:t>Cooperation between </a:t>
            </a:r>
            <a:r>
              <a:rPr lang="en-US" sz="2000" dirty="0"/>
              <a:t>police, fire fighters, </a:t>
            </a:r>
            <a:br>
              <a:rPr lang="en-US" sz="2000" dirty="0"/>
            </a:br>
            <a:r>
              <a:rPr lang="en-US" sz="2000" dirty="0"/>
              <a:t>medical staff, logistics and communication</a:t>
            </a:r>
            <a:endParaRPr lang="en-GB" sz="2000" dirty="0"/>
          </a:p>
          <a:p>
            <a:pPr marL="971550" lvl="1" indent="-285750"/>
            <a:r>
              <a:rPr lang="en-GB" sz="2000" dirty="0"/>
              <a:t>Crisis/national preparation + Crisis management</a:t>
            </a:r>
          </a:p>
          <a:p>
            <a:pPr marL="971550" lvl="1" indent="-285750"/>
            <a:r>
              <a:rPr lang="en-GB" sz="2000" dirty="0"/>
              <a:t> + Database of emergency plans </a:t>
            </a:r>
          </a:p>
          <a:p>
            <a:pPr marL="971550" lvl="1" indent="-285750"/>
            <a:endParaRPr lang="en-GB" sz="2000" dirty="0"/>
          </a:p>
          <a:p>
            <a:pPr marL="971550" lvl="1" indent="-285750"/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Tackle a crisis as soon as possible! </a:t>
            </a:r>
          </a:p>
          <a:p>
            <a:pPr marL="971550" lvl="1" indent="-285750"/>
            <a:endParaRPr lang="en-BE" sz="2000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A4FC8227-652A-FC6E-6034-697C3C85E5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l-BE" dirty="0"/>
              <a:t>National security platform</a:t>
            </a:r>
            <a:endParaRPr lang="en-BE" dirty="0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E92C3CD5-13EB-FD14-973E-31F82AB481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6164261"/>
            <a:ext cx="28194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2" descr="Risk cycle - Crisiscenter">
            <a:extLst>
              <a:ext uri="{FF2B5EF4-FFF2-40B4-BE49-F238E27FC236}">
                <a16:creationId xmlns:a16="http://schemas.microsoft.com/office/drawing/2014/main" id="{985CBC90-EDC3-28B9-DE19-9CEEA01A6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8901" y="1725930"/>
            <a:ext cx="4064899" cy="3554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4720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8508F-15AC-874D-CF25-7553B31AC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200" i="1" dirty="0" err="1"/>
              <a:t>What</a:t>
            </a:r>
            <a:r>
              <a:rPr lang="fr-BE" sz="3200" i="1" dirty="0"/>
              <a:t> </a:t>
            </a:r>
            <a:r>
              <a:rPr lang="fr-BE" sz="3200" i="1" dirty="0" err="1"/>
              <a:t>is</a:t>
            </a:r>
            <a:r>
              <a:rPr lang="fr-BE" sz="3200" i="1" dirty="0"/>
              <a:t> Paragon?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90E32C9-73DA-4B45-C6BE-41053EDB95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/>
              <a:t>Screenshot Anchors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0D430D6-DEF4-9C20-8EB9-BE06D457D4F6}"/>
              </a:ext>
            </a:extLst>
          </p:cNvPr>
          <p:cNvSpPr txBox="1">
            <a:spLocks/>
          </p:cNvSpPr>
          <p:nvPr/>
        </p:nvSpPr>
        <p:spPr>
          <a:xfrm>
            <a:off x="731838" y="1064302"/>
            <a:ext cx="10621962" cy="627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>
                <a:solidFill>
                  <a:srgbClr val="1BAFA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C56FA6-4767-EF3A-0E52-FE887B15A9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6103894"/>
            <a:ext cx="28194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C8736C-473E-C625-ABA9-1C2C90A765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8171" y="1478990"/>
            <a:ext cx="8109296" cy="451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099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E739D407-3776-254A-BFCC-F11D2E19CD21}"/>
              </a:ext>
            </a:extLst>
          </p:cNvPr>
          <p:cNvGrpSpPr/>
          <p:nvPr/>
        </p:nvGrpSpPr>
        <p:grpSpPr>
          <a:xfrm>
            <a:off x="7207966" y="4048443"/>
            <a:ext cx="1598701" cy="1906644"/>
            <a:chOff x="434764" y="900113"/>
            <a:chExt cx="1199026" cy="1429983"/>
          </a:xfrm>
        </p:grpSpPr>
        <p:pic>
          <p:nvPicPr>
            <p:cNvPr id="48" name="Picture 2" descr="156.339 afbeeldingen voor scalable: afbeeldingen, stockfoto's en vectoren |  Shutterstock">
              <a:extLst>
                <a:ext uri="{FF2B5EF4-FFF2-40B4-BE49-F238E27FC236}">
                  <a16:creationId xmlns:a16="http://schemas.microsoft.com/office/drawing/2014/main" id="{53B05C34-C183-4DBA-12D9-EFD8ECECC50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864"/>
            <a:stretch/>
          </p:blipFill>
          <p:spPr bwMode="auto">
            <a:xfrm>
              <a:off x="434764" y="900113"/>
              <a:ext cx="1104204" cy="10837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D95D07B-B9BF-43D5-243D-BB70F4D3DECD}"/>
                </a:ext>
              </a:extLst>
            </p:cNvPr>
            <p:cNvSpPr txBox="1"/>
            <p:nvPr/>
          </p:nvSpPr>
          <p:spPr>
            <a:xfrm>
              <a:off x="623142" y="1983847"/>
              <a:ext cx="1010648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/>
                <a:t>Scalable</a:t>
              </a:r>
            </a:p>
          </p:txBody>
        </p:sp>
      </p:grpSp>
      <p:grpSp>
        <p:nvGrpSpPr>
          <p:cNvPr id="3076" name="Group 3075">
            <a:extLst>
              <a:ext uri="{FF2B5EF4-FFF2-40B4-BE49-F238E27FC236}">
                <a16:creationId xmlns:a16="http://schemas.microsoft.com/office/drawing/2014/main" id="{749F3FA4-75DE-B5A0-576F-194734DCEDC6}"/>
              </a:ext>
            </a:extLst>
          </p:cNvPr>
          <p:cNvGrpSpPr/>
          <p:nvPr/>
        </p:nvGrpSpPr>
        <p:grpSpPr>
          <a:xfrm>
            <a:off x="2494289" y="4048443"/>
            <a:ext cx="2489747" cy="1880501"/>
            <a:chOff x="5505655" y="3182725"/>
            <a:chExt cx="1867310" cy="1410376"/>
          </a:xfrm>
        </p:grpSpPr>
        <p:pic>
          <p:nvPicPr>
            <p:cNvPr id="3078" name="Picture 8" descr="De voor- en nadelen van Responsive Design bij e-commerce - Natch">
              <a:extLst>
                <a:ext uri="{FF2B5EF4-FFF2-40B4-BE49-F238E27FC236}">
                  <a16:creationId xmlns:a16="http://schemas.microsoft.com/office/drawing/2014/main" id="{947CC33A-89C0-B391-4BA5-C48E9DB6C7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05655" y="3182725"/>
              <a:ext cx="1806227" cy="10837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91" name="TextBox 3090">
              <a:extLst>
                <a:ext uri="{FF2B5EF4-FFF2-40B4-BE49-F238E27FC236}">
                  <a16:creationId xmlns:a16="http://schemas.microsoft.com/office/drawing/2014/main" id="{5EB1D55C-6353-8164-BC68-2232B4813213}"/>
                </a:ext>
              </a:extLst>
            </p:cNvPr>
            <p:cNvSpPr txBox="1"/>
            <p:nvPr/>
          </p:nvSpPr>
          <p:spPr>
            <a:xfrm>
              <a:off x="5505655" y="4246852"/>
              <a:ext cx="186731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/>
                <a:t>Responsive design</a:t>
              </a:r>
            </a:p>
          </p:txBody>
        </p:sp>
      </p:grpSp>
      <p:grpSp>
        <p:nvGrpSpPr>
          <p:cNvPr id="3092" name="Group 3091">
            <a:extLst>
              <a:ext uri="{FF2B5EF4-FFF2-40B4-BE49-F238E27FC236}">
                <a16:creationId xmlns:a16="http://schemas.microsoft.com/office/drawing/2014/main" id="{7C7C6A58-3809-E743-7860-00422C3D70B7}"/>
              </a:ext>
            </a:extLst>
          </p:cNvPr>
          <p:cNvGrpSpPr/>
          <p:nvPr/>
        </p:nvGrpSpPr>
        <p:grpSpPr>
          <a:xfrm>
            <a:off x="9130018" y="1663861"/>
            <a:ext cx="2489747" cy="1941160"/>
            <a:chOff x="2375324" y="3047975"/>
            <a:chExt cx="1867310" cy="1455870"/>
          </a:xfrm>
        </p:grpSpPr>
        <p:pic>
          <p:nvPicPr>
            <p:cNvPr id="3093" name="Picture 12" descr="European Union (EU) | Definition, Flag, Purpose, History, &amp; Members |  Britannica">
              <a:extLst>
                <a:ext uri="{FF2B5EF4-FFF2-40B4-BE49-F238E27FC236}">
                  <a16:creationId xmlns:a16="http://schemas.microsoft.com/office/drawing/2014/main" id="{8556E592-1126-BE65-3895-726E07DC70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6391" y="3047975"/>
              <a:ext cx="1627275" cy="10852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94" name="TextBox 3093">
              <a:extLst>
                <a:ext uri="{FF2B5EF4-FFF2-40B4-BE49-F238E27FC236}">
                  <a16:creationId xmlns:a16="http://schemas.microsoft.com/office/drawing/2014/main" id="{70FCCD47-68DF-CFFF-1B50-45572E3321AC}"/>
                </a:ext>
              </a:extLst>
            </p:cNvPr>
            <p:cNvSpPr txBox="1"/>
            <p:nvPr/>
          </p:nvSpPr>
          <p:spPr>
            <a:xfrm>
              <a:off x="2375324" y="4157596"/>
              <a:ext cx="186731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/>
                <a:t>Multilingual</a:t>
              </a:r>
            </a:p>
          </p:txBody>
        </p:sp>
      </p:grpSp>
      <p:grpSp>
        <p:nvGrpSpPr>
          <p:cNvPr id="3095" name="Group 3094">
            <a:extLst>
              <a:ext uri="{FF2B5EF4-FFF2-40B4-BE49-F238E27FC236}">
                <a16:creationId xmlns:a16="http://schemas.microsoft.com/office/drawing/2014/main" id="{040F2942-D88D-CA29-4189-472430D85F27}"/>
              </a:ext>
            </a:extLst>
          </p:cNvPr>
          <p:cNvGrpSpPr/>
          <p:nvPr/>
        </p:nvGrpSpPr>
        <p:grpSpPr>
          <a:xfrm>
            <a:off x="4718217" y="1721344"/>
            <a:ext cx="2755565" cy="1932205"/>
            <a:chOff x="423778" y="2998206"/>
            <a:chExt cx="2066674" cy="1449154"/>
          </a:xfrm>
        </p:grpSpPr>
        <p:pic>
          <p:nvPicPr>
            <p:cNvPr id="3096" name="Picture 14" descr="Why keeping your browser current is critical - Community First Credit Union">
              <a:extLst>
                <a:ext uri="{FF2B5EF4-FFF2-40B4-BE49-F238E27FC236}">
                  <a16:creationId xmlns:a16="http://schemas.microsoft.com/office/drawing/2014/main" id="{FB387752-589D-90C5-5798-D7A366087F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778" y="2998206"/>
              <a:ext cx="1730572" cy="10746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97" name="TextBox 3096">
              <a:extLst>
                <a:ext uri="{FF2B5EF4-FFF2-40B4-BE49-F238E27FC236}">
                  <a16:creationId xmlns:a16="http://schemas.microsoft.com/office/drawing/2014/main" id="{2ACA15F0-E1A2-40CC-E07B-653E4ECD74DE}"/>
                </a:ext>
              </a:extLst>
            </p:cNvPr>
            <p:cNvSpPr txBox="1"/>
            <p:nvPr/>
          </p:nvSpPr>
          <p:spPr>
            <a:xfrm>
              <a:off x="623142" y="4101111"/>
              <a:ext cx="186731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err="1"/>
                <a:t>Webbrowser</a:t>
              </a:r>
              <a:endParaRPr lang="en-US" sz="2400"/>
            </a:p>
          </p:txBody>
        </p:sp>
      </p:grpSp>
      <p:pic>
        <p:nvPicPr>
          <p:cNvPr id="3098" name="Picture 3097">
            <a:extLst>
              <a:ext uri="{FF2B5EF4-FFF2-40B4-BE49-F238E27FC236}">
                <a16:creationId xmlns:a16="http://schemas.microsoft.com/office/drawing/2014/main" id="{5433C243-814D-F0F5-9B67-D2E404E113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6116420"/>
            <a:ext cx="2819400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3099" name="Title 1">
            <a:extLst>
              <a:ext uri="{FF2B5EF4-FFF2-40B4-BE49-F238E27FC236}">
                <a16:creationId xmlns:a16="http://schemas.microsoft.com/office/drawing/2014/main" id="{E592856B-5C6F-52B9-EBF8-6C9FB3CF5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365126"/>
            <a:ext cx="10621962" cy="669196"/>
          </a:xfrm>
        </p:spPr>
        <p:txBody>
          <a:bodyPr/>
          <a:lstStyle/>
          <a:p>
            <a:r>
              <a:rPr lang="fr-BE" sz="2800" i="1" dirty="0" err="1"/>
              <a:t>Paragon</a:t>
            </a:r>
            <a:endParaRPr lang="en-GB" dirty="0"/>
          </a:p>
        </p:txBody>
      </p:sp>
      <p:sp>
        <p:nvSpPr>
          <p:cNvPr id="3100" name="Text Placeholder 3">
            <a:extLst>
              <a:ext uri="{FF2B5EF4-FFF2-40B4-BE49-F238E27FC236}">
                <a16:creationId xmlns:a16="http://schemas.microsoft.com/office/drawing/2014/main" id="{1780384F-2E0F-F923-E327-FC0AD1F3CA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8" y="1064302"/>
            <a:ext cx="10621962" cy="627062"/>
          </a:xfrm>
        </p:spPr>
        <p:txBody>
          <a:bodyPr/>
          <a:lstStyle/>
          <a:p>
            <a:r>
              <a:rPr lang="en-GB" dirty="0"/>
              <a:t>Paragon technical</a:t>
            </a:r>
          </a:p>
        </p:txBody>
      </p:sp>
      <p:grpSp>
        <p:nvGrpSpPr>
          <p:cNvPr id="2" name="Group 51">
            <a:extLst>
              <a:ext uri="{FF2B5EF4-FFF2-40B4-BE49-F238E27FC236}">
                <a16:creationId xmlns:a16="http://schemas.microsoft.com/office/drawing/2014/main" id="{72395B84-2D2B-CDD7-9F1F-874B641B3C89}"/>
              </a:ext>
            </a:extLst>
          </p:cNvPr>
          <p:cNvGrpSpPr/>
          <p:nvPr/>
        </p:nvGrpSpPr>
        <p:grpSpPr>
          <a:xfrm>
            <a:off x="437307" y="1721344"/>
            <a:ext cx="2442357" cy="2301537"/>
            <a:chOff x="1733974" y="900113"/>
            <a:chExt cx="1831768" cy="1726153"/>
          </a:xfrm>
        </p:grpSpPr>
        <p:pic>
          <p:nvPicPr>
            <p:cNvPr id="3" name="Picture 4" descr="Survey: Open source skills more valued than proprietary ones | TechTarget">
              <a:extLst>
                <a:ext uri="{FF2B5EF4-FFF2-40B4-BE49-F238E27FC236}">
                  <a16:creationId xmlns:a16="http://schemas.microsoft.com/office/drawing/2014/main" id="{606549A9-801A-24CA-9560-176CC0849A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22" t="3181" r="33407" b="5042"/>
            <a:stretch/>
          </p:blipFill>
          <p:spPr bwMode="auto">
            <a:xfrm>
              <a:off x="1733974" y="900113"/>
              <a:ext cx="1784357" cy="10837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53">
              <a:extLst>
                <a:ext uri="{FF2B5EF4-FFF2-40B4-BE49-F238E27FC236}">
                  <a16:creationId xmlns:a16="http://schemas.microsoft.com/office/drawing/2014/main" id="{7E7D1E1C-6E32-BAE1-5340-530C1E4A63CE}"/>
                </a:ext>
              </a:extLst>
            </p:cNvPr>
            <p:cNvSpPr txBox="1"/>
            <p:nvPr/>
          </p:nvSpPr>
          <p:spPr>
            <a:xfrm>
              <a:off x="1781385" y="2003018"/>
              <a:ext cx="1784357" cy="623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/>
                <a:t>Open source based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4938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F9B0AF-42E7-442F-6FF1-8BBE954A1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AM I?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0D7F0F2-8437-A005-A0C4-835EDD124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1978702"/>
            <a:ext cx="10621962" cy="300695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Long-time data wrangler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One year at the National Crisis Centre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11 years of OpenStreetMap volunteering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Founding member of OpenStreetMap Belgium </a:t>
            </a:r>
            <a:r>
              <a:rPr lang="en-US" sz="3200" dirty="0" err="1"/>
              <a:t>ngo</a:t>
            </a: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Former board member of Open Knowledge Belgium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>
              <a:hlinkClick r:id="rId3"/>
            </a:endParaRP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DE2E355-6F6A-4C75-84FF-EDBC5DDCE7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Joost Schouppe</a:t>
            </a:r>
            <a:endParaRPr lang="nl-NL" dirty="0"/>
          </a:p>
        </p:txBody>
      </p:sp>
      <p:pic>
        <p:nvPicPr>
          <p:cNvPr id="6" name="Afbeelding 5" descr="Afbeelding met logo, symbool, Graphics, Lettertype&#10;&#10;Automatisch gegenereerde beschrijving">
            <a:extLst>
              <a:ext uri="{FF2B5EF4-FFF2-40B4-BE49-F238E27FC236}">
                <a16:creationId xmlns:a16="http://schemas.microsoft.com/office/drawing/2014/main" id="{C34B646B-CFA7-6C52-3096-59FE587FCE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3362" y="5190192"/>
            <a:ext cx="504825" cy="504825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B3E0272C-AAE5-6C3E-03EC-42371EF9B87A}"/>
              </a:ext>
            </a:extLst>
          </p:cNvPr>
          <p:cNvSpPr txBox="1"/>
          <p:nvPr/>
        </p:nvSpPr>
        <p:spPr>
          <a:xfrm>
            <a:off x="3332276" y="514386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800" dirty="0">
                <a:solidFill>
                  <a:srgbClr val="0070C0"/>
                </a:solidFill>
              </a:rPr>
              <a:t>https://en.osm.town/@joost_schouppe </a:t>
            </a:r>
          </a:p>
        </p:txBody>
      </p:sp>
    </p:spTree>
    <p:extLst>
      <p:ext uri="{BB962C8B-B14F-4D97-AF65-F5344CB8AC3E}">
        <p14:creationId xmlns:p14="http://schemas.microsoft.com/office/powerpoint/2010/main" val="1869044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9B8D5-B8CC-D7F7-9D0B-2400EB26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2800" i="1" dirty="0" err="1"/>
              <a:t>Paragon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013E53-A910-A99B-7F3F-7FBC904198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/>
              <a:t>Paragon key objects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480119-D699-1BA5-A360-2DD4EDBD90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6116420"/>
            <a:ext cx="28194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raphic 7" descr="Klembord met kruizen en vinkjes silhouet">
            <a:extLst>
              <a:ext uri="{FF2B5EF4-FFF2-40B4-BE49-F238E27FC236}">
                <a16:creationId xmlns:a16="http://schemas.microsoft.com/office/drawing/2014/main" id="{6553932C-467E-64B8-AF66-ACF3D2373F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9855" y="1652482"/>
            <a:ext cx="890374" cy="9790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EF16C6E-FA83-2765-0191-91586B634494}"/>
              </a:ext>
            </a:extLst>
          </p:cNvPr>
          <p:cNvSpPr txBox="1"/>
          <p:nvPr/>
        </p:nvSpPr>
        <p:spPr>
          <a:xfrm>
            <a:off x="7500229" y="1856177"/>
            <a:ext cx="42376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200" b="1" dirty="0" err="1"/>
              <a:t>Emergency</a:t>
            </a:r>
            <a:r>
              <a:rPr lang="nl-BE" sz="3200" b="1" dirty="0"/>
              <a:t> </a:t>
            </a:r>
            <a:r>
              <a:rPr lang="nl-BE" sz="3200" b="1" dirty="0" err="1"/>
              <a:t>Plans</a:t>
            </a:r>
            <a:endParaRPr lang="nl-BE" sz="3200" b="1" dirty="0"/>
          </a:p>
        </p:txBody>
      </p:sp>
      <p:pic>
        <p:nvPicPr>
          <p:cNvPr id="57" name="Graphic 56" descr="Klantbeoordeling met effen opvulling">
            <a:extLst>
              <a:ext uri="{FF2B5EF4-FFF2-40B4-BE49-F238E27FC236}">
                <a16:creationId xmlns:a16="http://schemas.microsoft.com/office/drawing/2014/main" id="{F437F1D9-86C9-CE3F-B86E-3F7DAA15C3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9855" y="2663442"/>
            <a:ext cx="866484" cy="991044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90AACBE2-312F-A3F9-D05B-BFB7CDC8D077}"/>
              </a:ext>
            </a:extLst>
          </p:cNvPr>
          <p:cNvSpPr txBox="1"/>
          <p:nvPr/>
        </p:nvSpPr>
        <p:spPr>
          <a:xfrm>
            <a:off x="7603105" y="2771776"/>
            <a:ext cx="25877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200" b="1" dirty="0"/>
              <a:t>Feed</a:t>
            </a:r>
          </a:p>
        </p:txBody>
      </p:sp>
      <p:pic>
        <p:nvPicPr>
          <p:cNvPr id="59" name="Graphic 58" descr="Werkstroom met effen opvulling">
            <a:extLst>
              <a:ext uri="{FF2B5EF4-FFF2-40B4-BE49-F238E27FC236}">
                <a16:creationId xmlns:a16="http://schemas.microsoft.com/office/drawing/2014/main" id="{800ADEFA-3800-136E-E105-77BBB63BAB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6489159" y="3654486"/>
            <a:ext cx="1131766" cy="1062457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666A42B1-FC55-D1AD-41BE-B8D3E8F0EDB0}"/>
              </a:ext>
            </a:extLst>
          </p:cNvPr>
          <p:cNvSpPr txBox="1"/>
          <p:nvPr/>
        </p:nvSpPr>
        <p:spPr>
          <a:xfrm>
            <a:off x="7603105" y="3792704"/>
            <a:ext cx="25877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200" b="1" dirty="0"/>
              <a:t>Case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CDD7A5-B7D1-D4E0-36C6-B68431B40B3F}"/>
              </a:ext>
            </a:extLst>
          </p:cNvPr>
          <p:cNvSpPr txBox="1"/>
          <p:nvPr/>
        </p:nvSpPr>
        <p:spPr>
          <a:xfrm>
            <a:off x="7760287" y="4860332"/>
            <a:ext cx="25877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200" b="1" dirty="0" err="1"/>
              <a:t>Logistics</a:t>
            </a:r>
            <a:endParaRPr lang="nl-BE" sz="3200" b="1" dirty="0"/>
          </a:p>
        </p:txBody>
      </p:sp>
      <p:pic>
        <p:nvPicPr>
          <p:cNvPr id="61" name="Graphic 60" descr="Truck with solid fill">
            <a:extLst>
              <a:ext uri="{FF2B5EF4-FFF2-40B4-BE49-F238E27FC236}">
                <a16:creationId xmlns:a16="http://schemas.microsoft.com/office/drawing/2014/main" id="{62663276-B9A0-326F-27C0-0AD1E2487B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61939" y="4782229"/>
            <a:ext cx="914400" cy="914400"/>
          </a:xfrm>
          <a:prstGeom prst="rect">
            <a:avLst/>
          </a:prstGeom>
        </p:spPr>
      </p:pic>
      <p:pic>
        <p:nvPicPr>
          <p:cNvPr id="10" name="Graphic 9" descr="Anchor with solid fill">
            <a:extLst>
              <a:ext uri="{FF2B5EF4-FFF2-40B4-BE49-F238E27FC236}">
                <a16:creationId xmlns:a16="http://schemas.microsoft.com/office/drawing/2014/main" id="{7B95EB93-D559-A09B-ED1C-0E9E131848E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5308" y="1691364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8D605EF-6A94-E479-9FC8-9295E93F35F4}"/>
              </a:ext>
            </a:extLst>
          </p:cNvPr>
          <p:cNvSpPr txBox="1"/>
          <p:nvPr/>
        </p:nvSpPr>
        <p:spPr>
          <a:xfrm>
            <a:off x="1807843" y="1856177"/>
            <a:ext cx="25877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200" b="1" dirty="0" err="1"/>
              <a:t>Anchors</a:t>
            </a:r>
            <a:endParaRPr lang="nl-BE" sz="3200" b="1" dirty="0"/>
          </a:p>
        </p:txBody>
      </p:sp>
      <p:pic>
        <p:nvPicPr>
          <p:cNvPr id="19" name="Graphic 18" descr="Groep mensen met effen opvulling">
            <a:extLst>
              <a:ext uri="{FF2B5EF4-FFF2-40B4-BE49-F238E27FC236}">
                <a16:creationId xmlns:a16="http://schemas.microsoft.com/office/drawing/2014/main" id="{F214B957-C6D8-05A4-EB8D-DDC76185BDB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5308" y="2771776"/>
            <a:ext cx="994819" cy="8314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1302C09-2D84-0128-39E9-551BED705DB8}"/>
              </a:ext>
            </a:extLst>
          </p:cNvPr>
          <p:cNvSpPr txBox="1"/>
          <p:nvPr/>
        </p:nvSpPr>
        <p:spPr>
          <a:xfrm>
            <a:off x="1848053" y="2895126"/>
            <a:ext cx="25877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200" b="1" err="1"/>
              <a:t>Contacts</a:t>
            </a:r>
            <a:endParaRPr lang="nl-BE" sz="3200" b="1"/>
          </a:p>
        </p:txBody>
      </p:sp>
      <p:pic>
        <p:nvPicPr>
          <p:cNvPr id="49" name="Graphic 48" descr="Kaart met speld met effen opvulling">
            <a:extLst>
              <a:ext uri="{FF2B5EF4-FFF2-40B4-BE49-F238E27FC236}">
                <a16:creationId xmlns:a16="http://schemas.microsoft.com/office/drawing/2014/main" id="{79EB66EE-9B03-2F82-2A74-A257D5CC291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83707" y="4716943"/>
            <a:ext cx="866503" cy="801707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FE1014E2-D753-29FF-ACC4-91CB3D5E33A5}"/>
              </a:ext>
            </a:extLst>
          </p:cNvPr>
          <p:cNvSpPr txBox="1"/>
          <p:nvPr/>
        </p:nvSpPr>
        <p:spPr>
          <a:xfrm>
            <a:off x="1807843" y="4860331"/>
            <a:ext cx="25877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200" b="1" dirty="0" err="1"/>
              <a:t>Maps</a:t>
            </a:r>
            <a:endParaRPr lang="nl-BE" sz="3200" b="1" dirty="0"/>
          </a:p>
        </p:txBody>
      </p:sp>
      <p:pic>
        <p:nvPicPr>
          <p:cNvPr id="11" name="Graphic 10" descr="Teacher with solid fill">
            <a:extLst>
              <a:ext uri="{FF2B5EF4-FFF2-40B4-BE49-F238E27FC236}">
                <a16:creationId xmlns:a16="http://schemas.microsoft.com/office/drawing/2014/main" id="{37306459-AD80-0DF5-2A0D-25D6505A1ED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05308" y="3769263"/>
            <a:ext cx="914400" cy="9144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27370A9-16C7-7694-6134-9CCB9C66E288}"/>
              </a:ext>
            </a:extLst>
          </p:cNvPr>
          <p:cNvSpPr txBox="1"/>
          <p:nvPr/>
        </p:nvSpPr>
        <p:spPr>
          <a:xfrm>
            <a:off x="1807843" y="3877728"/>
            <a:ext cx="25877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200" b="1" dirty="0"/>
              <a:t>Widgets</a:t>
            </a:r>
          </a:p>
        </p:txBody>
      </p:sp>
    </p:spTree>
    <p:extLst>
      <p:ext uri="{BB962C8B-B14F-4D97-AF65-F5344CB8AC3E}">
        <p14:creationId xmlns:p14="http://schemas.microsoft.com/office/powerpoint/2010/main" val="3491720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D0BC5B-0733-9B51-CAB4-83A85DAD1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9427" y="376012"/>
            <a:ext cx="10014857" cy="875846"/>
          </a:xfrm>
        </p:spPr>
        <p:txBody>
          <a:bodyPr>
            <a:normAutofit/>
          </a:bodyPr>
          <a:lstStyle/>
          <a:p>
            <a:r>
              <a:rPr lang="en-US" sz="3600" dirty="0"/>
              <a:t>Many sources, many problems</a:t>
            </a:r>
            <a:endParaRPr lang="nl-NL" sz="3600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C30F6CF7-8410-8447-C679-AC7514C83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477" y="1405522"/>
            <a:ext cx="5213362" cy="4549549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0C230FC8-9764-4828-8F67-637A8DD5B878}"/>
              </a:ext>
            </a:extLst>
          </p:cNvPr>
          <p:cNvSpPr txBox="1"/>
          <p:nvPr/>
        </p:nvSpPr>
        <p:spPr>
          <a:xfrm>
            <a:off x="7350586" y="5955071"/>
            <a:ext cx="3447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R-scripts ran on an Airflow server</a:t>
            </a:r>
            <a:endParaRPr lang="nl-NL" dirty="0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6F6D3DDB-2304-EFE4-F507-510EDF75E3C5}"/>
              </a:ext>
            </a:extLst>
          </p:cNvPr>
          <p:cNvSpPr txBox="1"/>
          <p:nvPr/>
        </p:nvSpPr>
        <p:spPr>
          <a:xfrm>
            <a:off x="653144" y="2308749"/>
            <a:ext cx="50713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But brought together = many solutions</a:t>
            </a:r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3969771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067F69-9885-61F3-0352-B292B2A0C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Official data</a:t>
            </a:r>
            <a:endParaRPr lang="nl-NL" sz="5400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AD8747C-BB0A-7D39-C7A2-28FECE835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1996622"/>
            <a:ext cx="5364162" cy="3751035"/>
          </a:xfrm>
        </p:spPr>
        <p:txBody>
          <a:bodyPr>
            <a:normAutofit/>
          </a:bodyPr>
          <a:lstStyle/>
          <a:p>
            <a:r>
              <a:rPr lang="en-US" sz="2400" dirty="0"/>
              <a:t>Strength</a:t>
            </a:r>
          </a:p>
          <a:p>
            <a:pPr lvl="1"/>
            <a:r>
              <a:rPr lang="en-US" sz="3200" dirty="0"/>
              <a:t>Complete*</a:t>
            </a:r>
          </a:p>
          <a:p>
            <a:pPr lvl="1"/>
            <a:r>
              <a:rPr lang="en-US" sz="3200" dirty="0"/>
              <a:t>Standardized (within the region)</a:t>
            </a:r>
          </a:p>
          <a:p>
            <a:pPr lvl="1"/>
            <a:r>
              <a:rPr lang="en-US" sz="3200" dirty="0"/>
              <a:t>Standardized update cycle</a:t>
            </a:r>
          </a:p>
        </p:txBody>
      </p:sp>
      <p:sp>
        <p:nvSpPr>
          <p:cNvPr id="6" name="Tijdelijke aanduiding voor inhoud 2">
            <a:extLst>
              <a:ext uri="{FF2B5EF4-FFF2-40B4-BE49-F238E27FC236}">
                <a16:creationId xmlns:a16="http://schemas.microsoft.com/office/drawing/2014/main" id="{37F74F0B-DE4E-E0AF-8381-BFEE4C5E1E95}"/>
              </a:ext>
            </a:extLst>
          </p:cNvPr>
          <p:cNvSpPr txBox="1">
            <a:spLocks/>
          </p:cNvSpPr>
          <p:nvPr/>
        </p:nvSpPr>
        <p:spPr>
          <a:xfrm>
            <a:off x="6444342" y="1923824"/>
            <a:ext cx="53641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Weakness</a:t>
            </a:r>
          </a:p>
          <a:p>
            <a:pPr lvl="1"/>
            <a:r>
              <a:rPr lang="en-US" sz="3200" dirty="0"/>
              <a:t>Administrative reality</a:t>
            </a:r>
          </a:p>
          <a:p>
            <a:pPr lvl="1"/>
            <a:r>
              <a:rPr lang="en-US" sz="3200" dirty="0"/>
              <a:t>Different between regions</a:t>
            </a:r>
          </a:p>
          <a:p>
            <a:pPr lvl="1"/>
            <a:r>
              <a:rPr lang="en-US" sz="3200" dirty="0"/>
              <a:t>Geocoded address</a:t>
            </a:r>
          </a:p>
          <a:p>
            <a:pPr lvl="1"/>
            <a:r>
              <a:rPr lang="en-US" sz="3200" dirty="0"/>
              <a:t>Slow update cycle</a:t>
            </a:r>
            <a:endParaRPr lang="nl-NL" sz="3200" dirty="0"/>
          </a:p>
        </p:txBody>
      </p:sp>
    </p:spTree>
    <p:extLst>
      <p:ext uri="{BB962C8B-B14F-4D97-AF65-F5344CB8AC3E}">
        <p14:creationId xmlns:p14="http://schemas.microsoft.com/office/powerpoint/2010/main" val="3707822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7B974-558A-CF6E-8F0B-23DD16200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2E299F4-F4BB-EF3B-3735-FAD1EFA26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7FBF152-033C-7075-A425-FD4280863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25" y="0"/>
            <a:ext cx="112205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393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BFF3B2-7E45-1F00-6CCE-26CF0A6A0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OpenStreetMap data</a:t>
            </a:r>
            <a:endParaRPr lang="nl-NL" sz="5400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72E3D70-AECE-D72A-8AD9-35C8D921B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1825625"/>
            <a:ext cx="5004933" cy="4351338"/>
          </a:xfrm>
        </p:spPr>
        <p:txBody>
          <a:bodyPr>
            <a:normAutofit/>
          </a:bodyPr>
          <a:lstStyle/>
          <a:p>
            <a:r>
              <a:rPr lang="en-US" sz="2800" dirty="0"/>
              <a:t>Strength</a:t>
            </a:r>
          </a:p>
          <a:p>
            <a:pPr lvl="1"/>
            <a:r>
              <a:rPr lang="en-US" sz="3600" dirty="0"/>
              <a:t>Detailed polygons</a:t>
            </a:r>
          </a:p>
          <a:p>
            <a:pPr lvl="1"/>
            <a:r>
              <a:rPr lang="en-US" sz="3600" dirty="0"/>
              <a:t>As you see it in reality</a:t>
            </a:r>
          </a:p>
          <a:p>
            <a:pPr lvl="1"/>
            <a:r>
              <a:rPr lang="en-US" sz="3600" dirty="0"/>
              <a:t>Continuous updates</a:t>
            </a:r>
          </a:p>
          <a:p>
            <a:pPr lvl="1"/>
            <a:r>
              <a:rPr lang="en-US" sz="3600" dirty="0"/>
              <a:t>Global data model (with local “dialects”)</a:t>
            </a:r>
          </a:p>
          <a:p>
            <a:pPr lvl="1"/>
            <a:endParaRPr lang="nl-NL" sz="3600" dirty="0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523D0A3C-B9E5-4609-5B30-9072B9392154}"/>
              </a:ext>
            </a:extLst>
          </p:cNvPr>
          <p:cNvSpPr txBox="1">
            <a:spLocks/>
          </p:cNvSpPr>
          <p:nvPr/>
        </p:nvSpPr>
        <p:spPr>
          <a:xfrm>
            <a:off x="6096000" y="1946501"/>
            <a:ext cx="6096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Weakness</a:t>
            </a:r>
          </a:p>
          <a:p>
            <a:pPr lvl="1"/>
            <a:r>
              <a:rPr lang="en-US" sz="3200" dirty="0"/>
              <a:t>Limited on attributes (e.g. contact details)</a:t>
            </a:r>
          </a:p>
          <a:p>
            <a:pPr lvl="1"/>
            <a:r>
              <a:rPr lang="en-US" sz="3200" dirty="0"/>
              <a:t>Unstructured maintenance process</a:t>
            </a:r>
          </a:p>
          <a:p>
            <a:pPr lvl="1"/>
            <a:r>
              <a:rPr lang="en-US" sz="3200" dirty="0"/>
              <a:t>Completeness and detail very variable</a:t>
            </a:r>
          </a:p>
          <a:p>
            <a:pPr lvl="1"/>
            <a:endParaRPr lang="nl-NL" sz="3200" dirty="0"/>
          </a:p>
        </p:txBody>
      </p:sp>
    </p:spTree>
    <p:extLst>
      <p:ext uri="{BB962C8B-B14F-4D97-AF65-F5344CB8AC3E}">
        <p14:creationId xmlns:p14="http://schemas.microsoft.com/office/powerpoint/2010/main" val="2565880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E761ED-C784-9E3B-AA42-B8D0C6931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057" y="165412"/>
            <a:ext cx="10607159" cy="705446"/>
          </a:xfrm>
        </p:spPr>
        <p:txBody>
          <a:bodyPr/>
          <a:lstStyle/>
          <a:p>
            <a:r>
              <a:rPr lang="en-US" dirty="0"/>
              <a:t>Best of both worlds</a:t>
            </a:r>
            <a:endParaRPr lang="nl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B81696-D762-68DC-5598-55B7ECFA14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32764" y="994853"/>
            <a:ext cx="8337265" cy="586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52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404FC9-C333-ABC3-E37C-5E3CF2C54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365126"/>
            <a:ext cx="8458200" cy="832304"/>
          </a:xfrm>
        </p:spPr>
        <p:txBody>
          <a:bodyPr>
            <a:normAutofit/>
          </a:bodyPr>
          <a:lstStyle/>
          <a:p>
            <a:r>
              <a:rPr lang="en-US" sz="4400" dirty="0"/>
              <a:t>Data source types</a:t>
            </a:r>
            <a:endParaRPr lang="nl-NL" sz="4400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57D84B4-AB07-FC03-7918-E7277A08E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487" y="1776865"/>
            <a:ext cx="3676876" cy="4351338"/>
          </a:xfrm>
        </p:spPr>
        <p:txBody>
          <a:bodyPr/>
          <a:lstStyle/>
          <a:p>
            <a:r>
              <a:rPr lang="en-US" sz="2400" b="1" dirty="0"/>
              <a:t>OFFICIAL DATA ONLY</a:t>
            </a:r>
          </a:p>
          <a:p>
            <a:r>
              <a:rPr lang="en-US" dirty="0"/>
              <a:t>Seveso sites</a:t>
            </a:r>
          </a:p>
          <a:p>
            <a:r>
              <a:rPr lang="en-US" dirty="0"/>
              <a:t>Pipelines</a:t>
            </a:r>
          </a:p>
          <a:p>
            <a:r>
              <a:rPr lang="en-US" dirty="0"/>
              <a:t>Nuclear installations</a:t>
            </a:r>
          </a:p>
          <a:p>
            <a:r>
              <a:rPr lang="en-US" dirty="0"/>
              <a:t>Population</a:t>
            </a:r>
          </a:p>
          <a:p>
            <a:r>
              <a:rPr lang="nl-NL" dirty="0" err="1"/>
              <a:t>Seaports</a:t>
            </a:r>
            <a:endParaRPr lang="nl-NL" dirty="0"/>
          </a:p>
          <a:p>
            <a:r>
              <a:rPr lang="nl-NL" dirty="0"/>
              <a:t>Bus &amp; tram </a:t>
            </a:r>
            <a:r>
              <a:rPr lang="nl-NL" dirty="0" err="1"/>
              <a:t>stops</a:t>
            </a:r>
            <a:endParaRPr lang="nl-NL" dirty="0"/>
          </a:p>
          <a:p>
            <a:r>
              <a:rPr lang="nl-NL" dirty="0"/>
              <a:t>Town halls</a:t>
            </a:r>
          </a:p>
          <a:p>
            <a:r>
              <a:rPr lang="en-US" dirty="0"/>
              <a:t>(Nursing homes)</a:t>
            </a:r>
          </a:p>
          <a:p>
            <a:r>
              <a:rPr lang="nl-NL" dirty="0"/>
              <a:t>(</a:t>
            </a:r>
            <a:r>
              <a:rPr lang="nl-NL" dirty="0" err="1"/>
              <a:t>Nurseries</a:t>
            </a:r>
            <a:r>
              <a:rPr lang="nl-NL" dirty="0"/>
              <a:t>)</a:t>
            </a:r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DB9A720B-8F62-AFA1-FE1F-1AFAE9332D4A}"/>
              </a:ext>
            </a:extLst>
          </p:cNvPr>
          <p:cNvSpPr txBox="1">
            <a:spLocks/>
          </p:cNvSpPr>
          <p:nvPr/>
        </p:nvSpPr>
        <p:spPr>
          <a:xfrm>
            <a:off x="9010874" y="1776865"/>
            <a:ext cx="27130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OSM ONLY</a:t>
            </a:r>
          </a:p>
          <a:p>
            <a:r>
              <a:rPr lang="en-US" dirty="0"/>
              <a:t>Hospitals**</a:t>
            </a:r>
          </a:p>
          <a:p>
            <a:r>
              <a:rPr lang="en-US" dirty="0" err="1"/>
              <a:t>Firestations</a:t>
            </a:r>
            <a:r>
              <a:rPr lang="en-US" dirty="0"/>
              <a:t>*</a:t>
            </a:r>
          </a:p>
          <a:p>
            <a:r>
              <a:rPr lang="en-US" dirty="0"/>
              <a:t>Airports*</a:t>
            </a:r>
          </a:p>
          <a:p>
            <a:r>
              <a:rPr lang="en-US" dirty="0"/>
              <a:t>Prisons*</a:t>
            </a:r>
          </a:p>
          <a:p>
            <a:r>
              <a:rPr lang="en-US" dirty="0"/>
              <a:t>Cultural </a:t>
            </a:r>
            <a:r>
              <a:rPr lang="en-US" dirty="0" err="1"/>
              <a:t>centres</a:t>
            </a:r>
            <a:r>
              <a:rPr lang="en-US" dirty="0"/>
              <a:t>*</a:t>
            </a:r>
          </a:p>
          <a:p>
            <a:r>
              <a:rPr lang="en-US" dirty="0"/>
              <a:t>Sports</a:t>
            </a:r>
          </a:p>
          <a:p>
            <a:r>
              <a:rPr lang="en-US" dirty="0"/>
              <a:t>Religious buildings</a:t>
            </a:r>
          </a:p>
          <a:p>
            <a:r>
              <a:rPr lang="en-US" dirty="0"/>
              <a:t>Train stations</a:t>
            </a:r>
          </a:p>
          <a:p>
            <a:r>
              <a:rPr lang="en-US" dirty="0"/>
              <a:t>Metro stations</a:t>
            </a:r>
          </a:p>
          <a:p>
            <a:r>
              <a:rPr lang="en-US" dirty="0"/>
              <a:t>Embassies</a:t>
            </a:r>
          </a:p>
          <a:p>
            <a:r>
              <a:rPr lang="en-US" dirty="0"/>
              <a:t>Wind turbines*</a:t>
            </a:r>
          </a:p>
          <a:p>
            <a:endParaRPr lang="en-US" dirty="0"/>
          </a:p>
          <a:p>
            <a:endParaRPr lang="en-US" dirty="0"/>
          </a:p>
          <a:p>
            <a:endParaRPr lang="nl-NL" dirty="0"/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C48446A5-A257-D2E1-0F66-10BDF324F280}"/>
              </a:ext>
            </a:extLst>
          </p:cNvPr>
          <p:cNvSpPr txBox="1">
            <a:spLocks/>
          </p:cNvSpPr>
          <p:nvPr/>
        </p:nvSpPr>
        <p:spPr>
          <a:xfrm>
            <a:off x="5216752" y="1776865"/>
            <a:ext cx="2446791" cy="2110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MIXED DATA</a:t>
            </a:r>
          </a:p>
          <a:p>
            <a:r>
              <a:rPr lang="en-US" dirty="0"/>
              <a:t>Schools</a:t>
            </a:r>
          </a:p>
          <a:p>
            <a:r>
              <a:rPr lang="en-US" dirty="0"/>
              <a:t>Police stations</a:t>
            </a:r>
          </a:p>
          <a:p>
            <a:r>
              <a:rPr lang="en-US" dirty="0"/>
              <a:t>(Hotels)</a:t>
            </a:r>
          </a:p>
        </p:txBody>
      </p:sp>
    </p:spTree>
    <p:extLst>
      <p:ext uri="{BB962C8B-B14F-4D97-AF65-F5344CB8AC3E}">
        <p14:creationId xmlns:p14="http://schemas.microsoft.com/office/powerpoint/2010/main" val="4086295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4A9291-8BC9-4AA1-C8D3-01CE7D170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3FAE8C0-E3CC-A5C1-1276-746CC89E5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8405EA13-07CA-F616-F32F-366EE072E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71" y="0"/>
            <a:ext cx="107166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267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ED24D2-8D3D-73F5-65F4-B85FD7DA4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5296701-A5C5-AED2-EE57-A66CA556F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14D724C3-398C-72FC-6B42-3FE318C7D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285" y="0"/>
            <a:ext cx="108174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624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3B0E20-FC48-B556-92CA-57D7494F2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95" y="258493"/>
            <a:ext cx="10621962" cy="669196"/>
          </a:xfrm>
        </p:spPr>
        <p:txBody>
          <a:bodyPr/>
          <a:lstStyle/>
          <a:p>
            <a:r>
              <a:rPr lang="en-US" dirty="0"/>
              <a:t>UPDATE PROCESS</a:t>
            </a:r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F04F83DC-9ED9-D585-FC93-85524570B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789" y="927689"/>
            <a:ext cx="10260421" cy="513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749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767EED-BD6F-8025-5CCD-304F3C858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process with parameters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2D69504-A350-B4E5-DF93-E6994053A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Tx/>
              <a:buChar char="-"/>
            </a:pPr>
            <a:r>
              <a:rPr lang="en-US" sz="2400" dirty="0"/>
              <a:t>INNER JOIN old &amp; new based on </a:t>
            </a:r>
            <a:r>
              <a:rPr lang="en-US" sz="2400"/>
              <a:t>original ID</a:t>
            </a:r>
            <a:endParaRPr lang="en-US" sz="2400" dirty="0"/>
          </a:p>
          <a:p>
            <a:pPr marL="971550" lvl="1" indent="-285750">
              <a:buFontTx/>
              <a:buChar char="-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Hausdorff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distance if both polygon or line &lt; variable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treshold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71550" lvl="1" indent="-285750">
              <a:buFontTx/>
              <a:buChar char="-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candidate within threshold distance with same ID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Remove matches, then ST_JOIN with </a:t>
            </a:r>
            <a:r>
              <a:rPr lang="en-US" sz="2400" dirty="0" err="1"/>
              <a:t>st_is_within_distance</a:t>
            </a:r>
            <a:endParaRPr lang="en-US" sz="2400" dirty="0"/>
          </a:p>
          <a:p>
            <a:pPr marL="971550" lvl="1" indent="-285750">
              <a:buFontTx/>
              <a:buChar char="-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Distance threshold</a:t>
            </a:r>
          </a:p>
          <a:p>
            <a:pPr marL="971550" lvl="1" indent="-285750">
              <a:buFontTx/>
              <a:buChar char="-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Unique candidate</a:t>
            </a:r>
          </a:p>
          <a:p>
            <a:pPr marL="971550" lvl="1" indent="-285750">
              <a:buFontTx/>
              <a:buChar char="-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do: take in account name, join if distance=0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Write a report and some </a:t>
            </a:r>
            <a:r>
              <a:rPr lang="en-US" sz="2400" dirty="0" err="1"/>
              <a:t>geoJSON</a:t>
            </a:r>
            <a:r>
              <a:rPr lang="en-US" sz="2400" dirty="0"/>
              <a:t> for inspection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Automatic QA: fail if BBOX +/- 10%, new, deleted or updated &gt; 10%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Update Postgres table with ON CONFLICT DO UPDATE logic</a:t>
            </a:r>
          </a:p>
          <a:p>
            <a:pPr marL="285750" indent="-285750">
              <a:buFontTx/>
              <a:buChar char="-"/>
            </a:pPr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89614ED-BC1D-2F4D-05CF-2900A81E46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79601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D41A-101D-4BFF-9E8B-23D24F870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138" y="589456"/>
            <a:ext cx="8756876" cy="4261944"/>
          </a:xfrm>
        </p:spPr>
        <p:txBody>
          <a:bodyPr anchor="ctr">
            <a:normAutofit/>
          </a:bodyPr>
          <a:lstStyle/>
          <a:p>
            <a:r>
              <a:rPr lang="en-GB" sz="2400" b="0" dirty="0">
                <a:latin typeface="Arial"/>
                <a:cs typeface="Arial"/>
              </a:rPr>
              <a:t>Paragon data team:</a:t>
            </a:r>
            <a:br>
              <a:rPr lang="en-GB" sz="2400" i="1" dirty="0">
                <a:latin typeface="Arial"/>
                <a:cs typeface="Arial"/>
              </a:rPr>
            </a:br>
            <a:r>
              <a:rPr lang="en-GB" sz="2400" b="0" i="1" dirty="0"/>
              <a:t>      paragon-data@nccn.fgov.be</a:t>
            </a:r>
            <a:br>
              <a:rPr lang="en-GB" sz="2400" b="0" i="1" dirty="0"/>
            </a:br>
            <a:br>
              <a:rPr lang="en-GB" sz="2400" b="0" i="1" dirty="0"/>
            </a:br>
            <a:r>
              <a:rPr lang="en-GB" sz="2400" b="0" dirty="0"/>
              <a:t>Help us improve OSM</a:t>
            </a:r>
            <a:br>
              <a:rPr lang="en-GB" sz="2400" b="0" i="1" dirty="0"/>
            </a:br>
            <a:r>
              <a:rPr lang="en-GB" sz="2400" b="0" i="1" dirty="0"/>
              <a:t>     https://maproulette.org/browse/projects/54664</a:t>
            </a:r>
            <a:br>
              <a:rPr lang="en-GB" sz="2400" b="0" i="1" dirty="0"/>
            </a:br>
            <a:br>
              <a:rPr lang="en-GB" sz="2400" b="0" i="1" dirty="0"/>
            </a:br>
            <a:r>
              <a:rPr lang="en-GB" sz="2400" b="0" dirty="0"/>
              <a:t>Use our code</a:t>
            </a:r>
            <a:br>
              <a:rPr lang="en-GB" sz="2400" b="0" i="1" dirty="0"/>
            </a:br>
            <a:r>
              <a:rPr lang="en-GB" sz="2400" b="0" i="1" dirty="0"/>
              <a:t>     https://github.com/joostschouppe/NCCN-anchor-processing</a:t>
            </a:r>
            <a:br>
              <a:rPr lang="en-GB" sz="2400" b="0" i="1" dirty="0"/>
            </a:br>
            <a:br>
              <a:rPr lang="en-GB" sz="2400" b="0" i="1" dirty="0"/>
            </a:br>
            <a:r>
              <a:rPr lang="en-GB" sz="2400" b="0" i="1" dirty="0"/>
              <a:t>       </a:t>
            </a:r>
            <a:r>
              <a:rPr lang="nl-NL" sz="2400" b="0" i="1" dirty="0"/>
              <a:t>https://en.osm.town/@joost_schouppe </a:t>
            </a:r>
            <a:br>
              <a:rPr lang="nl-NL" sz="1400" dirty="0"/>
            </a:br>
            <a:r>
              <a:rPr lang="nl-NL" sz="1400" dirty="0"/>
              <a:t>            </a:t>
            </a:r>
            <a:endParaRPr lang="en-GB" sz="1400" b="0" i="1" dirty="0">
              <a:latin typeface="Arial"/>
              <a:cs typeface="Arial"/>
            </a:endParaRP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119CED02-C110-473B-A44F-D9B0F02BFD87}"/>
              </a:ext>
            </a:extLst>
          </p:cNvPr>
          <p:cNvSpPr txBox="1">
            <a:spLocks/>
          </p:cNvSpPr>
          <p:nvPr/>
        </p:nvSpPr>
        <p:spPr>
          <a:xfrm>
            <a:off x="757238" y="4730224"/>
            <a:ext cx="787241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8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https://crisiscentrum.be</a:t>
            </a:r>
            <a:br>
              <a:rPr lang="en-GB" dirty="0"/>
            </a:br>
            <a:r>
              <a:rPr lang="en-GB" dirty="0"/>
              <a:t>              </a:t>
            </a:r>
            <a:r>
              <a:rPr lang="en-GB" sz="2000" dirty="0"/>
              <a:t>@CrisiscenterBE</a:t>
            </a:r>
            <a:endParaRPr lang="en-GB" dirty="0"/>
          </a:p>
        </p:txBody>
      </p:sp>
      <p:pic>
        <p:nvPicPr>
          <p:cNvPr id="4" name="Afbeelding 8">
            <a:extLst>
              <a:ext uri="{FF2B5EF4-FFF2-40B4-BE49-F238E27FC236}">
                <a16:creationId xmlns:a16="http://schemas.microsoft.com/office/drawing/2014/main" id="{04DAB67D-8F6E-4ACB-82D0-FA365451581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02110" y="5674085"/>
            <a:ext cx="317500" cy="317500"/>
          </a:xfrm>
          <a:prstGeom prst="rect">
            <a:avLst/>
          </a:prstGeom>
        </p:spPr>
      </p:pic>
      <p:pic>
        <p:nvPicPr>
          <p:cNvPr id="5" name="Afbeelding 10">
            <a:extLst>
              <a:ext uri="{FF2B5EF4-FFF2-40B4-BE49-F238E27FC236}">
                <a16:creationId xmlns:a16="http://schemas.microsoft.com/office/drawing/2014/main" id="{360A70A2-E1D6-4617-8B04-C50F9D80981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19780" y="5674085"/>
            <a:ext cx="317500" cy="317500"/>
          </a:xfrm>
          <a:prstGeom prst="rect">
            <a:avLst/>
          </a:prstGeom>
        </p:spPr>
      </p:pic>
      <p:pic>
        <p:nvPicPr>
          <p:cNvPr id="6" name="Afbeelding 12">
            <a:extLst>
              <a:ext uri="{FF2B5EF4-FFF2-40B4-BE49-F238E27FC236}">
                <a16:creationId xmlns:a16="http://schemas.microsoft.com/office/drawing/2014/main" id="{0FA29336-EDF4-45F1-BF0C-5542BACC89E5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30702" y="5674085"/>
            <a:ext cx="317500" cy="317500"/>
          </a:xfrm>
          <a:prstGeom prst="rect">
            <a:avLst/>
          </a:prstGeom>
        </p:spPr>
      </p:pic>
      <p:pic>
        <p:nvPicPr>
          <p:cNvPr id="7" name="Afbeelding 14">
            <a:extLst>
              <a:ext uri="{FF2B5EF4-FFF2-40B4-BE49-F238E27FC236}">
                <a16:creationId xmlns:a16="http://schemas.microsoft.com/office/drawing/2014/main" id="{B3E0F86B-7C8B-41EC-9240-E19E0D3D06D0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84440" y="5674085"/>
            <a:ext cx="317500" cy="317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C09425-870D-79F9-567B-1ED1064009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6103894"/>
            <a:ext cx="28194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Afbeelding 8" descr="Afbeelding met logo, symbool, Graphics, Lettertype&#10;&#10;Automatisch gegenereerde beschrijving">
            <a:extLst>
              <a:ext uri="{FF2B5EF4-FFF2-40B4-BE49-F238E27FC236}">
                <a16:creationId xmlns:a16="http://schemas.microsoft.com/office/drawing/2014/main" id="{51A2DD7D-FB6F-A71A-92CA-80108DA3A8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5877" y="3814056"/>
            <a:ext cx="50482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575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6CC0D1-EEE8-5D39-2814-6DC3B8B9E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general IDEA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54B2AF3-B472-81D2-0A05-2E2A9CD1A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1721344"/>
            <a:ext cx="10621962" cy="4198261"/>
          </a:xfrm>
        </p:spPr>
        <p:txBody>
          <a:bodyPr/>
          <a:lstStyle/>
          <a:p>
            <a:r>
              <a:rPr lang="en-US" dirty="0"/>
              <a:t>Current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Police offices in OSM but not in the official 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Schools in OSM that do not have a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Schools in official data, but not in OSM (at all or as a polygon)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Past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Schools without a name, and not found in official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Fire stations: full review of all stations with official 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Museums or cultural </a:t>
            </a:r>
            <a:r>
              <a:rPr lang="en-US" dirty="0" err="1"/>
              <a:t>centres</a:t>
            </a:r>
            <a:r>
              <a:rPr lang="en-US" dirty="0"/>
              <a:t> without a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Poorly mapped cultural </a:t>
            </a:r>
            <a:r>
              <a:rPr lang="en-US" dirty="0" err="1"/>
              <a:t>centres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Cultural </a:t>
            </a:r>
            <a:r>
              <a:rPr lang="en-US" dirty="0" err="1"/>
              <a:t>centres</a:t>
            </a:r>
            <a:r>
              <a:rPr lang="en-US" dirty="0"/>
              <a:t> in official data, but not in OSM</a:t>
            </a:r>
          </a:p>
          <a:p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D7E7D46-2FB8-98C9-92DE-B08B856B5D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Using official data or filters to identify issues in OSM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8772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63B3EE-15D6-CD78-169A-7DCEE1FDC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job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119C943-2CD1-CCAE-625D-CECB2C593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Carefully reading the instructions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Using open data 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Using the website of the subject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Using OPEN </a:t>
            </a:r>
            <a:r>
              <a:rPr lang="en-US" sz="2800" dirty="0" err="1"/>
              <a:t>streetlevel</a:t>
            </a:r>
            <a:r>
              <a:rPr lang="en-US" sz="2800" dirty="0"/>
              <a:t> imagery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BEA1E58-6795-9CD9-FCA9-5DD4C9624D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Review individual cases and fix them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36434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C6B73F-1A8E-A768-7212-0E3BFB834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  <a:endParaRPr lang="nl-NL" dirty="0"/>
          </a:p>
        </p:txBody>
      </p:sp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C8283285-6B9A-CDDC-15C7-B0B463324F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1100" y="1443419"/>
            <a:ext cx="7620000" cy="4515557"/>
          </a:xfrm>
        </p:spPr>
      </p:pic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A80F6BE-45A8-A005-2D27-E46A71817E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l-NL" dirty="0"/>
              <a:t>https://maproulette.org/browse/projects/54664</a:t>
            </a:r>
          </a:p>
        </p:txBody>
      </p:sp>
    </p:spTree>
    <p:extLst>
      <p:ext uri="{BB962C8B-B14F-4D97-AF65-F5344CB8AC3E}">
        <p14:creationId xmlns:p14="http://schemas.microsoft.com/office/powerpoint/2010/main" val="1033435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56E1EB-0DCF-5659-4C79-F49EC0A0A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ED949B6-458C-4143-6C3C-B8399AFD4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87A2ED4-763B-338C-A705-482A3D57F8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78AA1EAD-D9E0-B8F7-DDF6-CB4E5760D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034" y="1034322"/>
            <a:ext cx="8011328" cy="511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847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5B090E-39F1-3046-88DC-8D0E7489B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E29CAA-2270-085F-7E65-BE85624F3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3314" y="1894115"/>
            <a:ext cx="4953000" cy="3899584"/>
          </a:xfrm>
        </p:spPr>
        <p:txBody>
          <a:bodyPr>
            <a:normAutofit/>
          </a:bodyPr>
          <a:lstStyle/>
          <a:p>
            <a:r>
              <a:rPr lang="en-US" dirty="0"/>
              <a:t>Process</a:t>
            </a:r>
          </a:p>
          <a:p>
            <a:r>
              <a:rPr lang="en-US" dirty="0"/>
              <a:t>-   Check the official data</a:t>
            </a:r>
          </a:p>
          <a:p>
            <a:pPr marL="285750" indent="-285750">
              <a:buFontTx/>
              <a:buChar char="-"/>
            </a:pPr>
            <a:r>
              <a:rPr lang="en-US" dirty="0"/>
              <a:t>Search school website</a:t>
            </a:r>
          </a:p>
          <a:p>
            <a:pPr marL="285750" indent="-285750">
              <a:buFontTx/>
              <a:buChar char="-"/>
            </a:pPr>
            <a:r>
              <a:rPr lang="en-US" dirty="0"/>
              <a:t>Add a name or remove the amenity=school or kindergarten tag</a:t>
            </a:r>
          </a:p>
          <a:p>
            <a:endParaRPr lang="en-US" dirty="0"/>
          </a:p>
          <a:p>
            <a:r>
              <a:rPr lang="en-US" dirty="0"/>
              <a:t>Extra details:</a:t>
            </a:r>
          </a:p>
          <a:p>
            <a:pPr marL="285750" indent="-285750">
              <a:buFontTx/>
              <a:buChar char="-"/>
            </a:pPr>
            <a:r>
              <a:rPr lang="en-US" dirty="0"/>
              <a:t>school=</a:t>
            </a:r>
            <a:r>
              <a:rPr lang="en-US" dirty="0" err="1"/>
              <a:t>kindergarten;primary;secondary</a:t>
            </a:r>
            <a:r>
              <a:rPr lang="en-US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dirty="0"/>
              <a:t>website, phone, email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alt_name</a:t>
            </a:r>
            <a:r>
              <a:rPr lang="en-US" dirty="0"/>
              <a:t> with all the official schools</a:t>
            </a:r>
          </a:p>
          <a:p>
            <a:endParaRPr lang="en-US" dirty="0"/>
          </a:p>
          <a:p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B981D91-90C8-5E07-7F23-ACF24D962B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Check why this school has no name and fix accordingly.</a:t>
            </a:r>
          </a:p>
          <a:p>
            <a:endParaRPr lang="nl-NL" dirty="0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51AEAAF6-8B57-3A5F-D12C-9EE64E32023B}"/>
              </a:ext>
            </a:extLst>
          </p:cNvPr>
          <p:cNvSpPr txBox="1"/>
          <p:nvPr/>
        </p:nvSpPr>
        <p:spPr>
          <a:xfrm>
            <a:off x="391886" y="1721344"/>
            <a:ext cx="570411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Causes</a:t>
            </a:r>
          </a:p>
          <a:p>
            <a:pPr marL="285750" indent="-285750">
              <a:buFontTx/>
              <a:buChar char="-"/>
            </a:pPr>
            <a:r>
              <a:rPr lang="en-US" dirty="0"/>
              <a:t>Outline is correct but details on central point 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&gt; MOVE info from point to outline &amp; delete point</a:t>
            </a:r>
          </a:p>
          <a:p>
            <a:pPr marL="285750" indent="-285750">
              <a:buFontTx/>
              <a:buChar char="-"/>
            </a:pPr>
            <a:r>
              <a:rPr lang="en-US" dirty="0"/>
              <a:t>Outline is just a school building in a correct school site 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&gt; REMOVE amenity=school</a:t>
            </a:r>
          </a:p>
          <a:p>
            <a:pPr marL="285750" indent="-285750">
              <a:buFontTx/>
              <a:buChar char="-"/>
            </a:pPr>
            <a:r>
              <a:rPr lang="en-US" dirty="0"/>
              <a:t>Not a school (anymore). 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&gt; Remove the amenity tag</a:t>
            </a:r>
          </a:p>
          <a:p>
            <a:pPr marL="285750" indent="-285750">
              <a:buFontTx/>
              <a:buChar char="-"/>
            </a:pPr>
            <a:r>
              <a:rPr lang="en-US" dirty="0"/>
              <a:t>Outline for more than one school.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Campus name available?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Add </a:t>
            </a:r>
            <a:r>
              <a:rPr lang="en-US" dirty="0" err="1"/>
              <a:t>landuse</a:t>
            </a:r>
            <a:r>
              <a:rPr lang="en-US" dirty="0"/>
              <a:t>=education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Check if at least one amenity=school within the polygon</a:t>
            </a:r>
          </a:p>
          <a:p>
            <a:pPr marL="285750" indent="-285750">
              <a:buFontTx/>
              <a:buChar char="-"/>
            </a:pPr>
            <a:r>
              <a:rPr lang="en-US" i="1" dirty="0"/>
              <a:t>It's complicated</a:t>
            </a:r>
            <a:r>
              <a:rPr lang="en-US" dirty="0"/>
              <a:t>. Consider simplifying or simply mark it as too hard.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921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11B953-04A7-EA9C-4850-659470E16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2BBF350-69FB-24B0-C47E-557168B50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Example</a:t>
            </a:r>
            <a:r>
              <a:rPr lang="nl-NL" dirty="0"/>
              <a:t> (show these actions):</a:t>
            </a:r>
          </a:p>
          <a:p>
            <a:pPr marL="285750" indent="-285750">
              <a:buFontTx/>
              <a:buChar char="-"/>
            </a:pPr>
            <a:r>
              <a:rPr lang="nl-NL" dirty="0"/>
              <a:t>Delete tag or delete object</a:t>
            </a:r>
          </a:p>
          <a:p>
            <a:pPr marL="285750" indent="-285750">
              <a:buFontTx/>
              <a:buChar char="-"/>
            </a:pPr>
            <a:r>
              <a:rPr lang="nl-NL" dirty="0" err="1"/>
              <a:t>Add</a:t>
            </a:r>
            <a:r>
              <a:rPr lang="nl-NL" dirty="0"/>
              <a:t> new tag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needed</a:t>
            </a:r>
            <a:endParaRPr lang="nl-NL" dirty="0"/>
          </a:p>
          <a:p>
            <a:pPr marL="285750" indent="-285750">
              <a:buFontTx/>
              <a:buChar char="-"/>
            </a:pPr>
            <a:r>
              <a:rPr lang="en-US" dirty="0"/>
              <a:t>Check </a:t>
            </a:r>
            <a:r>
              <a:rPr lang="en-US" dirty="0" err="1"/>
              <a:t>Mapillary</a:t>
            </a:r>
            <a:r>
              <a:rPr lang="en-US" dirty="0"/>
              <a:t> imagery</a:t>
            </a:r>
            <a:endParaRPr lang="nl-NL" dirty="0"/>
          </a:p>
          <a:p>
            <a:pPr marL="285750" indent="-285750">
              <a:buFontTx/>
              <a:buChar char="-"/>
            </a:pPr>
            <a:r>
              <a:rPr lang="nl-NL" dirty="0"/>
              <a:t>Save </a:t>
            </a:r>
            <a:r>
              <a:rPr lang="nl-NL" dirty="0" err="1"/>
              <a:t>your</a:t>
            </a:r>
            <a:r>
              <a:rPr lang="nl-NL" dirty="0"/>
              <a:t> change (</a:t>
            </a:r>
            <a:r>
              <a:rPr lang="nl-NL" dirty="0" err="1"/>
              <a:t>comment</a:t>
            </a:r>
            <a:r>
              <a:rPr lang="nl-NL" dirty="0"/>
              <a:t>: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very</a:t>
            </a:r>
            <a:r>
              <a:rPr lang="nl-NL" dirty="0"/>
              <a:t> short </a:t>
            </a:r>
            <a:r>
              <a:rPr lang="nl-NL" dirty="0" err="1"/>
              <a:t>description</a:t>
            </a:r>
            <a:r>
              <a:rPr lang="nl-NL" dirty="0"/>
              <a:t>, </a:t>
            </a:r>
            <a:r>
              <a:rPr lang="nl-NL" dirty="0" err="1"/>
              <a:t>including</a:t>
            </a:r>
            <a:r>
              <a:rPr lang="nl-NL" dirty="0"/>
              <a:t> extra sources </a:t>
            </a:r>
            <a:r>
              <a:rPr lang="nl-NL" dirty="0" err="1"/>
              <a:t>used</a:t>
            </a:r>
            <a:r>
              <a:rPr lang="nl-NL" dirty="0"/>
              <a:t>)</a:t>
            </a:r>
          </a:p>
          <a:p>
            <a:pPr marL="285750" indent="-285750">
              <a:buFontTx/>
              <a:buChar char="-"/>
            </a:pPr>
            <a:r>
              <a:rPr lang="nl-NL" dirty="0"/>
              <a:t>Return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MapRoulette</a:t>
            </a:r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476B477-FAE8-9F3E-F184-388345CF3B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l-NL" dirty="0">
                <a:hlinkClick r:id="rId2"/>
              </a:rPr>
              <a:t>https://maproulette.org/challenge/48863/task/242580937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3073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3B066D-308B-35A6-58A5-139A08A7E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 The task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E2B1A7B-6B67-48C5-7F9F-196895EFB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1356359"/>
            <a:ext cx="10621962" cy="482060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 fixed it</a:t>
            </a:r>
            <a:r>
              <a:rPr lang="en-US" dirty="0"/>
              <a:t>: all done.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Already fixed</a:t>
            </a:r>
            <a:r>
              <a:rPr lang="en-US" dirty="0"/>
              <a:t>: the issue did not exist in the data anymore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Not an Issue</a:t>
            </a:r>
            <a:r>
              <a:rPr lang="en-US" dirty="0"/>
              <a:t>: the data should not be changed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Can’t complete</a:t>
            </a:r>
            <a:r>
              <a:rPr lang="en-US" dirty="0"/>
              <a:t>: I didn’t know what to 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Skip</a:t>
            </a:r>
            <a:r>
              <a:rPr lang="en-US" dirty="0"/>
              <a:t>: I didn’t want to do this 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971550" lvl="1" indent="-285750"/>
            <a:r>
              <a:rPr lang="en-US" dirty="0"/>
              <a:t>Special? Leave a comment</a:t>
            </a:r>
          </a:p>
          <a:p>
            <a:pPr marL="971550" lvl="1" indent="-285750"/>
            <a:r>
              <a:rPr lang="en-US" dirty="0"/>
              <a:t>In doubt?  Mark for review</a:t>
            </a:r>
          </a:p>
          <a:p>
            <a:pPr marL="971550" lvl="1" indent="-285750"/>
            <a:r>
              <a:rPr lang="en-US" dirty="0"/>
              <a:t>On submit, pick “Nearby” for Next task</a:t>
            </a:r>
          </a:p>
          <a:p>
            <a:pPr marL="971550" lvl="1" indent="-28575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646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4B2A4C-F085-13F9-10C1-B8F97EE5C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UNCONFIRMED POLICE STATIONS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4F9D072-5D9A-3CEE-F4BF-3B4EE9283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5886" y="1915888"/>
            <a:ext cx="6085114" cy="4261076"/>
          </a:xfrm>
        </p:spPr>
        <p:txBody>
          <a:bodyPr>
            <a:normAutofit/>
          </a:bodyPr>
          <a:lstStyle/>
          <a:p>
            <a:r>
              <a:rPr lang="en-US" b="1" dirty="0"/>
              <a:t>Process</a:t>
            </a:r>
          </a:p>
          <a:p>
            <a:pPr marL="285750" indent="-285750">
              <a:buFontTx/>
              <a:buChar char="-"/>
            </a:pPr>
            <a:r>
              <a:rPr lang="en-US" dirty="0"/>
              <a:t>Confirm existence with </a:t>
            </a:r>
            <a:r>
              <a:rPr lang="en-US" dirty="0" err="1"/>
              <a:t>websearch</a:t>
            </a:r>
            <a:r>
              <a:rPr lang="en-US" dirty="0"/>
              <a:t> or </a:t>
            </a:r>
            <a:r>
              <a:rPr lang="en-US" dirty="0" err="1"/>
              <a:t>streetlevel</a:t>
            </a:r>
            <a:r>
              <a:rPr lang="en-US" dirty="0"/>
              <a:t> imagery</a:t>
            </a:r>
          </a:p>
          <a:p>
            <a:pPr marL="285750" indent="-285750">
              <a:buFontTx/>
              <a:buChar char="-"/>
            </a:pPr>
            <a:r>
              <a:rPr lang="en-US" dirty="0"/>
              <a:t>Extra details: website, phone, street &amp; </a:t>
            </a:r>
            <a:r>
              <a:rPr lang="en-US" dirty="0" err="1"/>
              <a:t>housenumber</a:t>
            </a:r>
            <a:endParaRPr lang="en-US" dirty="0"/>
          </a:p>
          <a:p>
            <a:endParaRPr lang="en-US" dirty="0"/>
          </a:p>
          <a:p>
            <a:r>
              <a:rPr lang="en-US" dirty="0"/>
              <a:t>Map the info on the largest uniquely police-used area:</a:t>
            </a:r>
          </a:p>
          <a:p>
            <a:pPr marL="285750" indent="-285750">
              <a:buFontTx/>
              <a:buChar char="-"/>
            </a:pPr>
            <a:r>
              <a:rPr lang="en-US" dirty="0"/>
              <a:t>point: it's a part of a building with several uses</a:t>
            </a:r>
          </a:p>
          <a:p>
            <a:pPr marL="285750" indent="-285750">
              <a:buFontTx/>
              <a:buChar char="-"/>
            </a:pPr>
            <a:r>
              <a:rPr lang="en-US" dirty="0"/>
              <a:t>building: it's the only use of that building, and there is no clearly delineated area around the building that belongs to the police station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landuse</a:t>
            </a:r>
            <a:r>
              <a:rPr lang="en-US" dirty="0"/>
              <a:t> area: there is a clearly delineated area only used by the police</a:t>
            </a:r>
          </a:p>
          <a:p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7A1BF2C-B8A8-40C8-DFCE-24F33B3777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8748D669-B124-C185-E598-667D2D499C29}"/>
              </a:ext>
            </a:extLst>
          </p:cNvPr>
          <p:cNvSpPr txBox="1"/>
          <p:nvPr/>
        </p:nvSpPr>
        <p:spPr>
          <a:xfrm>
            <a:off x="620486" y="1915887"/>
            <a:ext cx="4702628" cy="292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Causes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False positive &gt; </a:t>
            </a:r>
            <a:r>
              <a:rPr lang="en-US" sz="2000" i="1" dirty="0"/>
              <a:t>not an issue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Old OSM data. (indicator: no recent edits, few tags). Delete &amp; mark as </a:t>
            </a:r>
            <a:r>
              <a:rPr lang="en-US" sz="2000" i="1" dirty="0"/>
              <a:t>I fixed it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it isn't quite a police station. Find better tag (e.g. </a:t>
            </a:r>
            <a:r>
              <a:rPr lang="en-US" sz="2000" i="1" dirty="0"/>
              <a:t>office=government police=offices </a:t>
            </a:r>
            <a:r>
              <a:rPr lang="en-US" sz="2000" i="1" dirty="0" err="1"/>
              <a:t>police:type</a:t>
            </a:r>
            <a:r>
              <a:rPr lang="en-US" sz="2000" i="1" dirty="0"/>
              <a:t>=</a:t>
            </a:r>
            <a:r>
              <a:rPr lang="en-US" sz="2000" i="1" dirty="0" err="1"/>
              <a:t>local|federal</a:t>
            </a:r>
            <a:r>
              <a:rPr lang="en-US" sz="2000" i="1" dirty="0"/>
              <a:t> </a:t>
            </a:r>
            <a:r>
              <a:rPr lang="en-US" sz="2000" dirty="0"/>
              <a:t>) or mark as </a:t>
            </a:r>
            <a:r>
              <a:rPr lang="en-US" sz="2000" i="1" dirty="0"/>
              <a:t>too hard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3319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8BD0B9-65D1-4DF2-BF98-31EF4706B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ResOURCES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8BB98C-E6F9-84E8-431E-4240FDB4C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NL" sz="3600" dirty="0"/>
              <a:t>https://openstreetmap.be/en/contact : chat, forum, </a:t>
            </a:r>
            <a:r>
              <a:rPr lang="nl-NL" sz="3600" dirty="0" err="1"/>
              <a:t>socials</a:t>
            </a:r>
            <a:endParaRPr lang="nl-NL" sz="3600" dirty="0"/>
          </a:p>
          <a:p>
            <a:endParaRPr lang="nl-NL" sz="3600" dirty="0"/>
          </a:p>
          <a:p>
            <a:r>
              <a:rPr lang="nl-NL" sz="3600" dirty="0"/>
              <a:t>Search: wiki </a:t>
            </a:r>
            <a:r>
              <a:rPr lang="nl-NL" sz="3600" dirty="0" err="1"/>
              <a:t>openstreetmap</a:t>
            </a:r>
            <a:r>
              <a:rPr lang="nl-NL" sz="3600" dirty="0"/>
              <a:t> </a:t>
            </a:r>
            <a:r>
              <a:rPr lang="nl-NL" sz="3600" dirty="0" err="1"/>
              <a:t>the</a:t>
            </a:r>
            <a:r>
              <a:rPr lang="nl-NL" sz="3600" dirty="0"/>
              <a:t> </a:t>
            </a:r>
            <a:r>
              <a:rPr lang="nl-NL" sz="3600" dirty="0" err="1"/>
              <a:t>thing</a:t>
            </a:r>
            <a:r>
              <a:rPr lang="nl-NL" sz="3600" dirty="0"/>
              <a:t> </a:t>
            </a:r>
            <a:r>
              <a:rPr lang="nl-NL" sz="3600" dirty="0" err="1"/>
              <a:t>you</a:t>
            </a:r>
            <a:r>
              <a:rPr lang="nl-NL" sz="3600" dirty="0"/>
              <a:t> want </a:t>
            </a:r>
            <a:r>
              <a:rPr lang="nl-NL" sz="3600" dirty="0" err="1"/>
              <a:t>to</a:t>
            </a:r>
            <a:r>
              <a:rPr lang="nl-NL" sz="3600" dirty="0"/>
              <a:t> do</a:t>
            </a:r>
          </a:p>
          <a:p>
            <a:endParaRPr lang="nl-NL" sz="3600" dirty="0"/>
          </a:p>
          <a:p>
            <a:r>
              <a:rPr lang="nl-NL" sz="3600" dirty="0"/>
              <a:t>https://resultmaps.neis-one.org/osm-changesets.php?comment=nccn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D5E953C-7F2D-1B8B-9E67-FFFAD2EBF8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72347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2FFA98-7A08-233C-F115-F6FED7CBB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142B9C9-D486-F422-B223-0DE4DBDAE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ECB291B-92FB-0282-A724-F616E86F5A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3F9AD6CE-C119-437B-ADDC-0C6B17B68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391670" cy="685800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2A867764-11D5-FD4B-2FEF-96B71FA2F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7116" y="0"/>
            <a:ext cx="51548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391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f44e05b0-a81b-42b5-8602-4d53fdada9e1">
      <UserInfo>
        <DisplayName>Benedikt Verhaeghe</DisplayName>
        <AccountId>111</AccountId>
        <AccountType/>
      </UserInfo>
      <UserInfo>
        <DisplayName>Tom Droeshout</DisplayName>
        <AccountId>37</AccountId>
        <AccountType/>
      </UserInfo>
      <UserInfo>
        <DisplayName>Tom Van Camp</DisplayName>
        <AccountId>58</AccountId>
        <AccountType/>
      </UserInfo>
      <UserInfo>
        <DisplayName>Martijn Mol</DisplayName>
        <AccountId>165</AccountId>
        <AccountType/>
      </UserInfo>
    </SharedWithUsers>
    <Projectstage xmlns="a8f94b78-c16d-4ae8-be82-1462ffada83e" xsi:nil="true"/>
    <IconOverlay xmlns="http://schemas.microsoft.com/sharepoint/v4" xsi:nil="true"/>
    <lcf76f155ced4ddcb4097134ff3c332f xmlns="a8f94b78-c16d-4ae8-be82-1462ffada83e">
      <Terms xmlns="http://schemas.microsoft.com/office/infopath/2007/PartnerControls"/>
    </lcf76f155ced4ddcb4097134ff3c332f>
    <Project xmlns="a8f94b78-c16d-4ae8-be82-1462ffada83e" xsi:nil="true"/>
    <TaxCatchAll xmlns="f44e05b0-a81b-42b5-8602-4d53fdada9e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7AD3F84B3F9645821043EA6C94195C" ma:contentTypeVersion="21" ma:contentTypeDescription="Een nieuw document maken." ma:contentTypeScope="" ma:versionID="57b78f96134bc66d101d450d3a590b2e">
  <xsd:schema xmlns:xsd="http://www.w3.org/2001/XMLSchema" xmlns:xs="http://www.w3.org/2001/XMLSchema" xmlns:p="http://schemas.microsoft.com/office/2006/metadata/properties" xmlns:ns2="a8f94b78-c16d-4ae8-be82-1462ffada83e" xmlns:ns3="f44e05b0-a81b-42b5-8602-4d53fdada9e1" xmlns:ns4="http://schemas.microsoft.com/sharepoint/v4" targetNamespace="http://schemas.microsoft.com/office/2006/metadata/properties" ma:root="true" ma:fieldsID="ae481e4418bed663a4354c084c469019" ns2:_="" ns3:_="" ns4:_="">
    <xsd:import namespace="a8f94b78-c16d-4ae8-be82-1462ffada83e"/>
    <xsd:import namespace="f44e05b0-a81b-42b5-8602-4d53fdada9e1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Projectstage" minOccurs="0"/>
                <xsd:element ref="ns3:SharedWithUsers" minOccurs="0"/>
                <xsd:element ref="ns3:SharedWithDetails" minOccurs="0"/>
                <xsd:element ref="ns2:Project" minOccurs="0"/>
                <xsd:element ref="ns4:IconOverlay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f94b78-c16d-4ae8-be82-1462ffada8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Projectstage" ma:index="16" nillable="true" ma:displayName="Project stage" ma:format="Dropdown" ma:internalName="Projectstage">
      <xsd:simpleType>
        <xsd:restriction base="dms:Choice">
          <xsd:enumeration value="S1 - Business Case"/>
          <xsd:enumeration value="S2 - Business analyse"/>
          <xsd:enumeration value="S3 - Aanbesteding"/>
          <xsd:enumeration value="S4 - Constructie"/>
          <xsd:enumeration value="S5 - Transitie"/>
        </xsd:restriction>
      </xsd:simpleType>
    </xsd:element>
    <xsd:element name="Project" ma:index="19" nillable="true" ma:displayName="Project" ma:format="Dropdown" ma:internalName="Project">
      <xsd:simpleType>
        <xsd:restriction base="dms:Choice">
          <xsd:enumeration value="1.1 Collaboratief platform"/>
          <xsd:enumeration value="1.2 Service Desk"/>
          <xsd:enumeration value="2.1 Digitale ruimte voor CC-FED"/>
          <xsd:enumeration value="2.2 Geodata voor CC-FED"/>
          <xsd:enumeration value="3.1 Cartobased LogTool voor de Perm"/>
          <xsd:enumeration value="3.2 eVIP"/>
          <xsd:enumeration value="3.3 KnoweldgeBase voor procedures"/>
          <xsd:enumeration value="3.4 ContactDB"/>
        </xsd:restriction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Afbeeldingtags" ma:readOnly="false" ma:fieldId="{5cf76f15-5ced-4ddc-b409-7134ff3c332f}" ma:taxonomyMulti="true" ma:sspId="434b2316-2a77-4670-a53d-14e7d1a038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4e05b0-a81b-42b5-8602-4d53fdada9e1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f51434a6-3e38-4dfe-a417-3bb0db5a15b8}" ma:internalName="TaxCatchAll" ma:showField="CatchAllData" ma:web="f44e05b0-a81b-42b5-8602-4d53fdada9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20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A81AAE9-1D03-4877-9FD3-96A7757F3C9D}">
  <ds:schemaRefs>
    <ds:schemaRef ds:uri="f44e05b0-a81b-42b5-8602-4d53fdada9e1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dcmitype/"/>
    <ds:schemaRef ds:uri="a8f94b78-c16d-4ae8-be82-1462ffada83e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schemas.microsoft.com/sharepoint/v4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073BEEB-4C65-4040-B019-F576DDDF5C97}">
  <ds:schemaRefs>
    <ds:schemaRef ds:uri="a8f94b78-c16d-4ae8-be82-1462ffada83e"/>
    <ds:schemaRef ds:uri="f44e05b0-a81b-42b5-8602-4d53fdada9e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4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1EE279A-ABDA-47E3-9DAE-E604B0D689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3781</TotalTime>
  <Words>1690</Words>
  <Application>Microsoft Office PowerPoint</Application>
  <PresentationFormat>Breedbeeld</PresentationFormat>
  <Paragraphs>265</Paragraphs>
  <Slides>27</Slides>
  <Notes>16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27</vt:i4>
      </vt:variant>
    </vt:vector>
  </HeadingPairs>
  <TitlesOfParts>
    <vt:vector size="30" baseType="lpstr">
      <vt:lpstr>Arial</vt:lpstr>
      <vt:lpstr>Calibri</vt:lpstr>
      <vt:lpstr>Kantoorthema</vt:lpstr>
      <vt:lpstr>Stable IDs from OpenStreetMap and combining data sources for use in crisis management</vt:lpstr>
      <vt:lpstr>Paragon</vt:lpstr>
      <vt:lpstr>What is Paragon?</vt:lpstr>
      <vt:lpstr>Paragon</vt:lpstr>
      <vt:lpstr>Who AM I?</vt:lpstr>
      <vt:lpstr>Paragon</vt:lpstr>
      <vt:lpstr>Many sources, many problems</vt:lpstr>
      <vt:lpstr>Official data</vt:lpstr>
      <vt:lpstr>PowerPoint-presentatie</vt:lpstr>
      <vt:lpstr>OpenStreetMap data</vt:lpstr>
      <vt:lpstr>Best of both worlds</vt:lpstr>
      <vt:lpstr>Data source types</vt:lpstr>
      <vt:lpstr>PowerPoint-presentatie</vt:lpstr>
      <vt:lpstr>PowerPoint-presentatie</vt:lpstr>
      <vt:lpstr>UPDATE PROCESS</vt:lpstr>
      <vt:lpstr>Generic process with parameters</vt:lpstr>
      <vt:lpstr>Paragon data team:       paragon-data@nccn.fgov.be  Help us improve OSM      https://maproulette.org/browse/projects/54664  Use our code      https://github.com/joostschouppe/NCCN-anchor-processing         https://en.osm.town/@joost_schouppe              </vt:lpstr>
      <vt:lpstr>The general IDEA</vt:lpstr>
      <vt:lpstr>Your job</vt:lpstr>
      <vt:lpstr>GETTING STARTED</vt:lpstr>
      <vt:lpstr>GETTING STARTED</vt:lpstr>
      <vt:lpstr>instructions</vt:lpstr>
      <vt:lpstr>Example</vt:lpstr>
      <vt:lpstr>CLOSE The task</vt:lpstr>
      <vt:lpstr>UNCONFIRMED POLICE STATIONS</vt:lpstr>
      <vt:lpstr>ResOURCES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Microsoft Office User</dc:creator>
  <cp:lastModifiedBy>Joost Schouppe</cp:lastModifiedBy>
  <cp:revision>5</cp:revision>
  <dcterms:created xsi:type="dcterms:W3CDTF">2018-12-18T15:38:37Z</dcterms:created>
  <dcterms:modified xsi:type="dcterms:W3CDTF">2024-10-17T10:45:58Z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0x010100EA7AD3F84B3F9645821043EA6C94195C</vt:lpwstr>
  </property>
  <property fmtid="{D5CDD505-2E9C-101B-9397-08002B2CF9AE}" pid="3" name="_dlc_DocIdItemGuid">
    <vt:lpwstr>07be44f0-fb30-4501-be9e-38144d8fead7</vt:lpwstr>
  </property>
  <property fmtid="{D5CDD505-2E9C-101B-9397-08002B2CF9AE}" pid="4" name="MediaServiceImageTags">
    <vt:lpwstr/>
  </property>
  <property fmtid="{D5CDD505-2E9C-101B-9397-08002B2CF9AE}" pid="5" name="MSIP_Label_4816ba24-cb1d-4824-99c7-0ee0e40f751b_Enabled">
    <vt:lpwstr>true</vt:lpwstr>
  </property>
  <property fmtid="{D5CDD505-2E9C-101B-9397-08002B2CF9AE}" pid="6" name="MSIP_Label_4816ba24-cb1d-4824-99c7-0ee0e40f751b_SetDate">
    <vt:lpwstr>2023-05-30T08:20:28Z</vt:lpwstr>
  </property>
  <property fmtid="{D5CDD505-2E9C-101B-9397-08002B2CF9AE}" pid="7" name="MSIP_Label_4816ba24-cb1d-4824-99c7-0ee0e40f751b_Method">
    <vt:lpwstr>Privileged</vt:lpwstr>
  </property>
  <property fmtid="{D5CDD505-2E9C-101B-9397-08002B2CF9AE}" pid="8" name="MSIP_Label_4816ba24-cb1d-4824-99c7-0ee0e40f751b_Name">
    <vt:lpwstr>4816ba24-cb1d-4824-99c7-0ee0e40f751b</vt:lpwstr>
  </property>
  <property fmtid="{D5CDD505-2E9C-101B-9397-08002B2CF9AE}" pid="9" name="MSIP_Label_4816ba24-cb1d-4824-99c7-0ee0e40f751b_SiteId">
    <vt:lpwstr>de192ca2-f778-4bb0-b5f1-5cce5803789a</vt:lpwstr>
  </property>
  <property fmtid="{D5CDD505-2E9C-101B-9397-08002B2CF9AE}" pid="10" name="MSIP_Label_4816ba24-cb1d-4824-99c7-0ee0e40f751b_ActionId">
    <vt:lpwstr>50cf4e9d-110c-4928-b974-6742838031cb</vt:lpwstr>
  </property>
  <property fmtid="{D5CDD505-2E9C-101B-9397-08002B2CF9AE}" pid="11" name="MSIP_Label_4816ba24-cb1d-4824-99c7-0ee0e40f751b_ContentBits">
    <vt:lpwstr>0</vt:lpwstr>
  </property>
</Properties>
</file>