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981" r:id="rId6"/>
    <p:sldId id="1015" r:id="rId7"/>
    <p:sldId id="1017" r:id="rId8"/>
    <p:sldId id="1018" r:id="rId9"/>
    <p:sldId id="1020" r:id="rId10"/>
    <p:sldId id="1021" r:id="rId11"/>
    <p:sldId id="1025" r:id="rId12"/>
    <p:sldId id="994" r:id="rId13"/>
    <p:sldId id="1022" r:id="rId14"/>
    <p:sldId id="1016" r:id="rId15"/>
    <p:sldId id="985" r:id="rId16"/>
    <p:sldId id="1023" r:id="rId17"/>
    <p:sldId id="1000" r:id="rId18"/>
    <p:sldId id="999" r:id="rId19"/>
    <p:sldId id="1001" r:id="rId20"/>
    <p:sldId id="1010" r:id="rId21"/>
    <p:sldId id="1011" r:id="rId22"/>
    <p:sldId id="1014" r:id="rId23"/>
    <p:sldId id="1024" r:id="rId24"/>
    <p:sldId id="262" r:id="rId25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9DC38C-D894-AFBB-0B5A-C5D53B8F2B8B}" name="Marie Stasse" initials="MS" userId="S::marie.stasse@nccn.fgov.be::50ac21f4-e2c2-44aa-a39c-6f753926901d" providerId="AD"/>
  <p188:author id="{5898619C-E766-92A1-DEEE-6F3A5DED7CA2}" name="Koen De Budt" initials="KB" userId="S::koen.debudt@nccn.fgov.be::0fb5e87f-4fb8-4c99-84bc-c1418562dc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C38"/>
    <a:srgbClr val="1BAFA5"/>
    <a:srgbClr val="00A49A"/>
    <a:srgbClr val="EC3D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087" autoAdjust="0"/>
  </p:normalViewPr>
  <p:slideViewPr>
    <p:cSldViewPr snapToGrid="0">
      <p:cViewPr varScale="1">
        <p:scale>
          <a:sx n="59" d="100"/>
          <a:sy n="59" d="100"/>
        </p:scale>
        <p:origin x="1589" y="91"/>
      </p:cViewPr>
      <p:guideLst>
        <p:guide orient="horz" pos="2160"/>
        <p:guide pos="3840"/>
        <p:guide orient="horz" pos="408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ost Schouppe" userId="a437c0ca-5ab3-4f08-9767-9b5d374740de" providerId="ADAL" clId="{97B71A45-5F7D-4AFE-8D26-B3C2FE5BDF65}"/>
    <pc:docChg chg="undo custSel addSld delSld modSld sldOrd">
      <pc:chgData name="Joost Schouppe" userId="a437c0ca-5ab3-4f08-9767-9b5d374740de" providerId="ADAL" clId="{97B71A45-5F7D-4AFE-8D26-B3C2FE5BDF65}" dt="2025-11-13T20:44:34.512" v="6447"/>
      <pc:docMkLst>
        <pc:docMk/>
      </pc:docMkLst>
      <pc:sldChg chg="modSp mod">
        <pc:chgData name="Joost Schouppe" userId="a437c0ca-5ab3-4f08-9767-9b5d374740de" providerId="ADAL" clId="{97B71A45-5F7D-4AFE-8D26-B3C2FE5BDF65}" dt="2025-11-03T13:27:15.652" v="1588" actId="20577"/>
        <pc:sldMkLst>
          <pc:docMk/>
          <pc:sldMk cId="868629193" sldId="256"/>
        </pc:sldMkLst>
        <pc:spChg chg="mod">
          <ac:chgData name="Joost Schouppe" userId="a437c0ca-5ab3-4f08-9767-9b5d374740de" providerId="ADAL" clId="{97B71A45-5F7D-4AFE-8D26-B3C2FE5BDF65}" dt="2025-11-03T13:26:59.361" v="1581"/>
          <ac:spMkLst>
            <pc:docMk/>
            <pc:sldMk cId="868629193" sldId="256"/>
            <ac:spMk id="2" creationId="{A69CEF57-8524-41FE-A33D-A35FB3EC9170}"/>
          </ac:spMkLst>
        </pc:spChg>
        <pc:spChg chg="mod">
          <ac:chgData name="Joost Schouppe" userId="a437c0ca-5ab3-4f08-9767-9b5d374740de" providerId="ADAL" clId="{97B71A45-5F7D-4AFE-8D26-B3C2FE5BDF65}" dt="2025-11-03T13:27:15.652" v="1588" actId="20577"/>
          <ac:spMkLst>
            <pc:docMk/>
            <pc:sldMk cId="868629193" sldId="256"/>
            <ac:spMk id="3" creationId="{35D2E7F3-898A-41BE-912D-78267C95B861}"/>
          </ac:spMkLst>
        </pc:spChg>
      </pc:sldChg>
      <pc:sldChg chg="add del">
        <pc:chgData name="Joost Schouppe" userId="a437c0ca-5ab3-4f08-9767-9b5d374740de" providerId="ADAL" clId="{97B71A45-5F7D-4AFE-8D26-B3C2FE5BDF65}" dt="2025-11-03T13:36:34.519" v="1875" actId="47"/>
        <pc:sldMkLst>
          <pc:docMk/>
          <pc:sldMk cId="3707822746" sldId="258"/>
        </pc:sldMkLst>
      </pc:sldChg>
      <pc:sldChg chg="modSp del mod modNotesTx">
        <pc:chgData name="Joost Schouppe" userId="a437c0ca-5ab3-4f08-9767-9b5d374740de" providerId="ADAL" clId="{97B71A45-5F7D-4AFE-8D26-B3C2FE5BDF65}" dt="2025-11-03T14:06:22.865" v="3036" actId="47"/>
        <pc:sldMkLst>
          <pc:docMk/>
          <pc:sldMk cId="2565880908" sldId="259"/>
        </pc:sldMkLst>
      </pc:sldChg>
      <pc:sldChg chg="del">
        <pc:chgData name="Joost Schouppe" userId="a437c0ca-5ab3-4f08-9767-9b5d374740de" providerId="ADAL" clId="{97B71A45-5F7D-4AFE-8D26-B3C2FE5BDF65}" dt="2025-11-03T14:07:14.101" v="3068" actId="47"/>
        <pc:sldMkLst>
          <pc:docMk/>
          <pc:sldMk cId="604152298" sldId="260"/>
        </pc:sldMkLst>
      </pc:sldChg>
      <pc:sldChg chg="del">
        <pc:chgData name="Joost Schouppe" userId="a437c0ca-5ab3-4f08-9767-9b5d374740de" providerId="ADAL" clId="{97B71A45-5F7D-4AFE-8D26-B3C2FE5BDF65}" dt="2025-11-03T13:18:09.414" v="1568" actId="47"/>
        <pc:sldMkLst>
          <pc:docMk/>
          <pc:sldMk cId="1027099746" sldId="939"/>
        </pc:sldMkLst>
      </pc:sldChg>
      <pc:sldChg chg="modSp mod modNotesTx">
        <pc:chgData name="Joost Schouppe" userId="a437c0ca-5ab3-4f08-9767-9b5d374740de" providerId="ADAL" clId="{97B71A45-5F7D-4AFE-8D26-B3C2FE5BDF65}" dt="2025-11-12T08:33:45.123" v="4610" actId="6549"/>
        <pc:sldMkLst>
          <pc:docMk/>
          <pc:sldMk cId="3234720015" sldId="981"/>
        </pc:sldMkLst>
        <pc:spChg chg="mod">
          <ac:chgData name="Joost Schouppe" userId="a437c0ca-5ab3-4f08-9767-9b5d374740de" providerId="ADAL" clId="{97B71A45-5F7D-4AFE-8D26-B3C2FE5BDF65}" dt="2025-11-03T13:27:33.270" v="1597" actId="20577"/>
          <ac:spMkLst>
            <pc:docMk/>
            <pc:sldMk cId="3234720015" sldId="981"/>
            <ac:spMk id="2" creationId="{4003F20F-EADD-C2D9-C5AC-0253CAD5D699}"/>
          </ac:spMkLst>
        </pc:spChg>
      </pc:sldChg>
      <pc:sldChg chg="del">
        <pc:chgData name="Joost Schouppe" userId="a437c0ca-5ab3-4f08-9767-9b5d374740de" providerId="ADAL" clId="{97B71A45-5F7D-4AFE-8D26-B3C2FE5BDF65}" dt="2025-11-03T13:18:28.526" v="1570" actId="47"/>
        <pc:sldMkLst>
          <pc:docMk/>
          <pc:sldMk cId="3491720710" sldId="983"/>
        </pc:sldMkLst>
      </pc:sldChg>
      <pc:sldChg chg="del">
        <pc:chgData name="Joost Schouppe" userId="a437c0ca-5ab3-4f08-9767-9b5d374740de" providerId="ADAL" clId="{97B71A45-5F7D-4AFE-8D26-B3C2FE5BDF65}" dt="2025-11-03T13:18:25.218" v="1569" actId="47"/>
        <pc:sldMkLst>
          <pc:docMk/>
          <pc:sldMk cId="3184938062" sldId="984"/>
        </pc:sldMkLst>
      </pc:sldChg>
      <pc:sldChg chg="modSp mod modNotesTx">
        <pc:chgData name="Joost Schouppe" userId="a437c0ca-5ab3-4f08-9767-9b5d374740de" providerId="ADAL" clId="{97B71A45-5F7D-4AFE-8D26-B3C2FE5BDF65}" dt="2025-11-12T09:55:30.106" v="5827" actId="20577"/>
        <pc:sldMkLst>
          <pc:docMk/>
          <pc:sldMk cId="1575749956" sldId="985"/>
        </pc:sldMkLst>
        <pc:spChg chg="mod">
          <ac:chgData name="Joost Schouppe" userId="a437c0ca-5ab3-4f08-9767-9b5d374740de" providerId="ADAL" clId="{97B71A45-5F7D-4AFE-8D26-B3C2FE5BDF65}" dt="2025-11-03T14:13:32.403" v="3771" actId="20577"/>
          <ac:spMkLst>
            <pc:docMk/>
            <pc:sldMk cId="1575749956" sldId="985"/>
            <ac:spMk id="2" creationId="{923B0E20-FC48-B556-92CA-57D7494F20E9}"/>
          </ac:spMkLst>
        </pc:spChg>
      </pc:sldChg>
      <pc:sldChg chg="del modNotesTx">
        <pc:chgData name="Joost Schouppe" userId="a437c0ca-5ab3-4f08-9767-9b5d374740de" providerId="ADAL" clId="{97B71A45-5F7D-4AFE-8D26-B3C2FE5BDF65}" dt="2025-11-13T20:06:31.634" v="5954" actId="47"/>
        <pc:sldMkLst>
          <pc:docMk/>
          <pc:sldMk cId="903393643" sldId="990"/>
        </pc:sldMkLst>
      </pc:sldChg>
      <pc:sldChg chg="addSp delSp modSp mod ord modNotesTx">
        <pc:chgData name="Joost Schouppe" userId="a437c0ca-5ab3-4f08-9767-9b5d374740de" providerId="ADAL" clId="{97B71A45-5F7D-4AFE-8D26-B3C2FE5BDF65}" dt="2025-11-12T10:52:03.991" v="5941" actId="20577"/>
        <pc:sldMkLst>
          <pc:docMk/>
          <pc:sldMk cId="2221780676" sldId="994"/>
        </pc:sldMkLst>
        <pc:spChg chg="mod">
          <ac:chgData name="Joost Schouppe" userId="a437c0ca-5ab3-4f08-9767-9b5d374740de" providerId="ADAL" clId="{97B71A45-5F7D-4AFE-8D26-B3C2FE5BDF65}" dt="2025-11-12T08:55:56.886" v="5114" actId="114"/>
          <ac:spMkLst>
            <pc:docMk/>
            <pc:sldMk cId="2221780676" sldId="994"/>
            <ac:spMk id="3" creationId="{057D84B4-AB07-FC03-7918-E7277A08E93C}"/>
          </ac:spMkLst>
        </pc:spChg>
        <pc:spChg chg="mod">
          <ac:chgData name="Joost Schouppe" userId="a437c0ca-5ab3-4f08-9767-9b5d374740de" providerId="ADAL" clId="{97B71A45-5F7D-4AFE-8D26-B3C2FE5BDF65}" dt="2025-11-12T10:52:03.991" v="5941" actId="20577"/>
          <ac:spMkLst>
            <pc:docMk/>
            <pc:sldMk cId="2221780676" sldId="994"/>
            <ac:spMk id="4" creationId="{DB9A720B-8F62-AFA1-FE1F-1AFAE9332D4A}"/>
          </ac:spMkLst>
        </pc:spChg>
        <pc:spChg chg="mod">
          <ac:chgData name="Joost Schouppe" userId="a437c0ca-5ab3-4f08-9767-9b5d374740de" providerId="ADAL" clId="{97B71A45-5F7D-4AFE-8D26-B3C2FE5BDF65}" dt="2025-11-03T13:45:22.852" v="2883" actId="20577"/>
          <ac:spMkLst>
            <pc:docMk/>
            <pc:sldMk cId="2221780676" sldId="994"/>
            <ac:spMk id="5" creationId="{C48446A5-A257-D2E1-0F66-10BDF324F280}"/>
          </ac:spMkLst>
        </pc:spChg>
      </pc:sldChg>
      <pc:sldChg chg="del">
        <pc:chgData name="Joost Schouppe" userId="a437c0ca-5ab3-4f08-9767-9b5d374740de" providerId="ADAL" clId="{97B71A45-5F7D-4AFE-8D26-B3C2FE5BDF65}" dt="2025-11-03T13:18:45.579" v="1571" actId="47"/>
        <pc:sldMkLst>
          <pc:docMk/>
          <pc:sldMk cId="356298179" sldId="996"/>
        </pc:sldMkLst>
      </pc:sldChg>
      <pc:sldChg chg="del">
        <pc:chgData name="Joost Schouppe" userId="a437c0ca-5ab3-4f08-9767-9b5d374740de" providerId="ADAL" clId="{97B71A45-5F7D-4AFE-8D26-B3C2FE5BDF65}" dt="2025-11-03T13:30:24.992" v="1793" actId="47"/>
        <pc:sldMkLst>
          <pc:docMk/>
          <pc:sldMk cId="1303561585" sldId="997"/>
        </pc:sldMkLst>
      </pc:sldChg>
      <pc:sldChg chg="del">
        <pc:chgData name="Joost Schouppe" userId="a437c0ca-5ab3-4f08-9767-9b5d374740de" providerId="ADAL" clId="{97B71A45-5F7D-4AFE-8D26-B3C2FE5BDF65}" dt="2025-11-03T14:14:41.279" v="3808" actId="47"/>
        <pc:sldMkLst>
          <pc:docMk/>
          <pc:sldMk cId="3104097914" sldId="998"/>
        </pc:sldMkLst>
      </pc:sldChg>
      <pc:sldChg chg="modSp mod modNotesTx">
        <pc:chgData name="Joost Schouppe" userId="a437c0ca-5ab3-4f08-9767-9b5d374740de" providerId="ADAL" clId="{97B71A45-5F7D-4AFE-8D26-B3C2FE5BDF65}" dt="2025-11-12T10:59:14.701" v="5943" actId="6549"/>
        <pc:sldMkLst>
          <pc:docMk/>
          <pc:sldMk cId="4004003800" sldId="999"/>
        </pc:sldMkLst>
        <pc:spChg chg="mod">
          <ac:chgData name="Joost Schouppe" userId="a437c0ca-5ab3-4f08-9767-9b5d374740de" providerId="ADAL" clId="{97B71A45-5F7D-4AFE-8D26-B3C2FE5BDF65}" dt="2025-11-12T10:59:14.701" v="5943" actId="6549"/>
          <ac:spMkLst>
            <pc:docMk/>
            <pc:sldMk cId="4004003800" sldId="999"/>
            <ac:spMk id="3" creationId="{5E4E5CE2-B732-4836-FE31-A66181CE81FB}"/>
          </ac:spMkLst>
        </pc:spChg>
      </pc:sldChg>
      <pc:sldChg chg="modSp mod">
        <pc:chgData name="Joost Schouppe" userId="a437c0ca-5ab3-4f08-9767-9b5d374740de" providerId="ADAL" clId="{97B71A45-5F7D-4AFE-8D26-B3C2FE5BDF65}" dt="2025-11-12T11:00:25.132" v="5952" actId="20577"/>
        <pc:sldMkLst>
          <pc:docMk/>
          <pc:sldMk cId="2088624008" sldId="1001"/>
        </pc:sldMkLst>
        <pc:spChg chg="mod">
          <ac:chgData name="Joost Schouppe" userId="a437c0ca-5ab3-4f08-9767-9b5d374740de" providerId="ADAL" clId="{97B71A45-5F7D-4AFE-8D26-B3C2FE5BDF65}" dt="2025-11-12T11:00:25.132" v="5952" actId="20577"/>
          <ac:spMkLst>
            <pc:docMk/>
            <pc:sldMk cId="2088624008" sldId="1001"/>
            <ac:spMk id="3" creationId="{C5296701-A5C5-AED2-EE57-A66CA556FEF5}"/>
          </ac:spMkLst>
        </pc:spChg>
      </pc:sldChg>
      <pc:sldChg chg="del">
        <pc:chgData name="Joost Schouppe" userId="a437c0ca-5ab3-4f08-9767-9b5d374740de" providerId="ADAL" clId="{97B71A45-5F7D-4AFE-8D26-B3C2FE5BDF65}" dt="2025-11-03T13:21:39.200" v="1578" actId="47"/>
        <pc:sldMkLst>
          <pc:docMk/>
          <pc:sldMk cId="1231714309" sldId="1002"/>
        </pc:sldMkLst>
      </pc:sldChg>
      <pc:sldChg chg="del">
        <pc:chgData name="Joost Schouppe" userId="a437c0ca-5ab3-4f08-9767-9b5d374740de" providerId="ADAL" clId="{97B71A45-5F7D-4AFE-8D26-B3C2FE5BDF65}" dt="2025-11-03T13:22:20.047" v="1579" actId="47"/>
        <pc:sldMkLst>
          <pc:docMk/>
          <pc:sldMk cId="3623889219" sldId="1003"/>
        </pc:sldMkLst>
      </pc:sldChg>
      <pc:sldChg chg="del">
        <pc:chgData name="Joost Schouppe" userId="a437c0ca-5ab3-4f08-9767-9b5d374740de" providerId="ADAL" clId="{97B71A45-5F7D-4AFE-8D26-B3C2FE5BDF65}" dt="2025-11-03T13:22:20.047" v="1579" actId="47"/>
        <pc:sldMkLst>
          <pc:docMk/>
          <pc:sldMk cId="2452927182" sldId="1004"/>
        </pc:sldMkLst>
      </pc:sldChg>
      <pc:sldChg chg="del">
        <pc:chgData name="Joost Schouppe" userId="a437c0ca-5ab3-4f08-9767-9b5d374740de" providerId="ADAL" clId="{97B71A45-5F7D-4AFE-8D26-B3C2FE5BDF65}" dt="2025-11-03T13:22:20.047" v="1579" actId="47"/>
        <pc:sldMkLst>
          <pc:docMk/>
          <pc:sldMk cId="2069959796" sldId="1005"/>
        </pc:sldMkLst>
      </pc:sldChg>
      <pc:sldChg chg="del">
        <pc:chgData name="Joost Schouppe" userId="a437c0ca-5ab3-4f08-9767-9b5d374740de" providerId="ADAL" clId="{97B71A45-5F7D-4AFE-8D26-B3C2FE5BDF65}" dt="2025-10-28T09:22:32.516" v="454" actId="47"/>
        <pc:sldMkLst>
          <pc:docMk/>
          <pc:sldMk cId="2204708810" sldId="1006"/>
        </pc:sldMkLst>
      </pc:sldChg>
      <pc:sldChg chg="del">
        <pc:chgData name="Joost Schouppe" userId="a437c0ca-5ab3-4f08-9767-9b5d374740de" providerId="ADAL" clId="{97B71A45-5F7D-4AFE-8D26-B3C2FE5BDF65}" dt="2025-11-03T13:22:31.439" v="1580" actId="47"/>
        <pc:sldMkLst>
          <pc:docMk/>
          <pc:sldMk cId="2805405645" sldId="1007"/>
        </pc:sldMkLst>
      </pc:sldChg>
      <pc:sldChg chg="del">
        <pc:chgData name="Joost Schouppe" userId="a437c0ca-5ab3-4f08-9767-9b5d374740de" providerId="ADAL" clId="{97B71A45-5F7D-4AFE-8D26-B3C2FE5BDF65}" dt="2025-11-03T13:22:20.047" v="1579" actId="47"/>
        <pc:sldMkLst>
          <pc:docMk/>
          <pc:sldMk cId="2825874818" sldId="1008"/>
        </pc:sldMkLst>
      </pc:sldChg>
      <pc:sldChg chg="new del">
        <pc:chgData name="Joost Schouppe" userId="a437c0ca-5ab3-4f08-9767-9b5d374740de" providerId="ADAL" clId="{97B71A45-5F7D-4AFE-8D26-B3C2FE5BDF65}" dt="2025-10-28T08:59:11.520" v="1" actId="47"/>
        <pc:sldMkLst>
          <pc:docMk/>
          <pc:sldMk cId="2106390243" sldId="1009"/>
        </pc:sldMkLst>
      </pc:sldChg>
      <pc:sldChg chg="modSp new del mod ord">
        <pc:chgData name="Joost Schouppe" userId="a437c0ca-5ab3-4f08-9767-9b5d374740de" providerId="ADAL" clId="{97B71A45-5F7D-4AFE-8D26-B3C2FE5BDF65}" dt="2025-11-12T08:25:15.512" v="4077" actId="47"/>
        <pc:sldMkLst>
          <pc:docMk/>
          <pc:sldMk cId="2970848508" sldId="1009"/>
        </pc:sldMkLst>
      </pc:sldChg>
      <pc:sldChg chg="addSp delSp modSp new mod modNotesTx">
        <pc:chgData name="Joost Schouppe" userId="a437c0ca-5ab3-4f08-9767-9b5d374740de" providerId="ADAL" clId="{97B71A45-5F7D-4AFE-8D26-B3C2FE5BDF65}" dt="2025-11-03T14:15:39.102" v="3900" actId="20577"/>
        <pc:sldMkLst>
          <pc:docMk/>
          <pc:sldMk cId="1254316435" sldId="1010"/>
        </pc:sldMkLst>
        <pc:spChg chg="mod">
          <ac:chgData name="Joost Schouppe" userId="a437c0ca-5ab3-4f08-9767-9b5d374740de" providerId="ADAL" clId="{97B71A45-5F7D-4AFE-8D26-B3C2FE5BDF65}" dt="2025-11-03T14:15:39.102" v="3900" actId="20577"/>
          <ac:spMkLst>
            <pc:docMk/>
            <pc:sldMk cId="1254316435" sldId="1010"/>
            <ac:spMk id="2" creationId="{36E17C0D-D38A-A2B5-D505-DDB67B1D5D2E}"/>
          </ac:spMkLst>
        </pc:spChg>
        <pc:picChg chg="add mod ord">
          <ac:chgData name="Joost Schouppe" userId="a437c0ca-5ab3-4f08-9767-9b5d374740de" providerId="ADAL" clId="{97B71A45-5F7D-4AFE-8D26-B3C2FE5BDF65}" dt="2025-10-28T09:24:04.170" v="477" actId="1076"/>
          <ac:picMkLst>
            <pc:docMk/>
            <pc:sldMk cId="1254316435" sldId="1010"/>
            <ac:picMk id="5" creationId="{7EC46194-1221-9E7A-DEF5-63398D92218F}"/>
          </ac:picMkLst>
        </pc:picChg>
      </pc:sldChg>
      <pc:sldChg chg="addSp delSp modSp add mod modNotesTx">
        <pc:chgData name="Joost Schouppe" userId="a437c0ca-5ab3-4f08-9767-9b5d374740de" providerId="ADAL" clId="{97B71A45-5F7D-4AFE-8D26-B3C2FE5BDF65}" dt="2025-11-03T14:15:56.419" v="3918" actId="20577"/>
        <pc:sldMkLst>
          <pc:docMk/>
          <pc:sldMk cId="1989272984" sldId="1011"/>
        </pc:sldMkLst>
        <pc:spChg chg="mod">
          <ac:chgData name="Joost Schouppe" userId="a437c0ca-5ab3-4f08-9767-9b5d374740de" providerId="ADAL" clId="{97B71A45-5F7D-4AFE-8D26-B3C2FE5BDF65}" dt="2025-11-03T14:15:56.419" v="3918" actId="20577"/>
          <ac:spMkLst>
            <pc:docMk/>
            <pc:sldMk cId="1989272984" sldId="1011"/>
            <ac:spMk id="2" creationId="{DA0CDC86-227D-CBFA-B827-73BCC445C7EE}"/>
          </ac:spMkLst>
        </pc:spChg>
        <pc:picChg chg="add mod">
          <ac:chgData name="Joost Schouppe" userId="a437c0ca-5ab3-4f08-9767-9b5d374740de" providerId="ADAL" clId="{97B71A45-5F7D-4AFE-8D26-B3C2FE5BDF65}" dt="2025-10-28T09:32:53.633" v="715" actId="14100"/>
          <ac:picMkLst>
            <pc:docMk/>
            <pc:sldMk cId="1989272984" sldId="1011"/>
            <ac:picMk id="4" creationId="{31EC47A9-399F-7928-C6FB-8D0FEB0CBD2E}"/>
          </ac:picMkLst>
        </pc:picChg>
      </pc:sldChg>
      <pc:sldChg chg="new del">
        <pc:chgData name="Joost Schouppe" userId="a437c0ca-5ab3-4f08-9767-9b5d374740de" providerId="ADAL" clId="{97B71A45-5F7D-4AFE-8D26-B3C2FE5BDF65}" dt="2025-10-28T09:32:40.566" v="709" actId="47"/>
        <pc:sldMkLst>
          <pc:docMk/>
          <pc:sldMk cId="172639686" sldId="1012"/>
        </pc:sldMkLst>
      </pc:sldChg>
      <pc:sldChg chg="addSp delSp modSp add del mod ord modNotesTx">
        <pc:chgData name="Joost Schouppe" userId="a437c0ca-5ab3-4f08-9767-9b5d374740de" providerId="ADAL" clId="{97B71A45-5F7D-4AFE-8D26-B3C2FE5BDF65}" dt="2025-11-12T20:13:41.003" v="5953" actId="47"/>
        <pc:sldMkLst>
          <pc:docMk/>
          <pc:sldMk cId="2938398877" sldId="1013"/>
        </pc:sldMkLst>
      </pc:sldChg>
      <pc:sldChg chg="addSp delSp modSp new mod modNotesTx">
        <pc:chgData name="Joost Schouppe" userId="a437c0ca-5ab3-4f08-9767-9b5d374740de" providerId="ADAL" clId="{97B71A45-5F7D-4AFE-8D26-B3C2FE5BDF65}" dt="2025-11-03T14:17:00.244" v="3986" actId="27636"/>
        <pc:sldMkLst>
          <pc:docMk/>
          <pc:sldMk cId="479366059" sldId="1014"/>
        </pc:sldMkLst>
        <pc:spChg chg="mod">
          <ac:chgData name="Joost Schouppe" userId="a437c0ca-5ab3-4f08-9767-9b5d374740de" providerId="ADAL" clId="{97B71A45-5F7D-4AFE-8D26-B3C2FE5BDF65}" dt="2025-11-03T14:17:00.244" v="3986" actId="27636"/>
          <ac:spMkLst>
            <pc:docMk/>
            <pc:sldMk cId="479366059" sldId="1014"/>
            <ac:spMk id="2" creationId="{E379C81E-FBD8-A28A-3BE2-2909426F9895}"/>
          </ac:spMkLst>
        </pc:spChg>
        <pc:graphicFrameChg chg="add mod">
          <ac:chgData name="Joost Schouppe" userId="a437c0ca-5ab3-4f08-9767-9b5d374740de" providerId="ADAL" clId="{97B71A45-5F7D-4AFE-8D26-B3C2FE5BDF65}" dt="2025-11-03T13:20:46.765" v="1577" actId="404"/>
          <ac:graphicFrameMkLst>
            <pc:docMk/>
            <pc:sldMk cId="479366059" sldId="1014"/>
            <ac:graphicFrameMk id="4" creationId="{7F223D13-AE6A-9BB3-C87C-19EC1F86EBA7}"/>
          </ac:graphicFrameMkLst>
        </pc:graphicFrameChg>
      </pc:sldChg>
      <pc:sldChg chg="modSp new add del mod modNotesTx">
        <pc:chgData name="Joost Schouppe" userId="a437c0ca-5ab3-4f08-9767-9b5d374740de" providerId="ADAL" clId="{97B71A45-5F7D-4AFE-8D26-B3C2FE5BDF65}" dt="2025-11-12T08:41:30.216" v="4982" actId="20577"/>
        <pc:sldMkLst>
          <pc:docMk/>
          <pc:sldMk cId="1443148082" sldId="1015"/>
        </pc:sldMkLst>
        <pc:spChg chg="mod">
          <ac:chgData name="Joost Schouppe" userId="a437c0ca-5ab3-4f08-9767-9b5d374740de" providerId="ADAL" clId="{97B71A45-5F7D-4AFE-8D26-B3C2FE5BDF65}" dt="2025-11-12T08:33:21.590" v="4606" actId="20577"/>
          <ac:spMkLst>
            <pc:docMk/>
            <pc:sldMk cId="1443148082" sldId="1015"/>
            <ac:spMk id="2" creationId="{FEC084AA-723F-2B0F-1CA7-39AA525AE0A3}"/>
          </ac:spMkLst>
        </pc:spChg>
        <pc:spChg chg="mod">
          <ac:chgData name="Joost Schouppe" userId="a437c0ca-5ab3-4f08-9767-9b5d374740de" providerId="ADAL" clId="{97B71A45-5F7D-4AFE-8D26-B3C2FE5BDF65}" dt="2025-11-12T08:35:15.522" v="4717" actId="20577"/>
          <ac:spMkLst>
            <pc:docMk/>
            <pc:sldMk cId="1443148082" sldId="1015"/>
            <ac:spMk id="3" creationId="{0276A9AB-6103-0B48-46D3-7D368E5CA5A6}"/>
          </ac:spMkLst>
        </pc:spChg>
        <pc:spChg chg="mod">
          <ac:chgData name="Joost Schouppe" userId="a437c0ca-5ab3-4f08-9767-9b5d374740de" providerId="ADAL" clId="{97B71A45-5F7D-4AFE-8D26-B3C2FE5BDF65}" dt="2025-11-12T08:37:19.099" v="4768" actId="20577"/>
          <ac:spMkLst>
            <pc:docMk/>
            <pc:sldMk cId="1443148082" sldId="1015"/>
            <ac:spMk id="4" creationId="{065377D2-B694-923F-E710-9CB7AB7A2308}"/>
          </ac:spMkLst>
        </pc:spChg>
      </pc:sldChg>
      <pc:sldChg chg="addSp delSp modSp add mod ord modNotesTx">
        <pc:chgData name="Joost Schouppe" userId="a437c0ca-5ab3-4f08-9767-9b5d374740de" providerId="ADAL" clId="{97B71A45-5F7D-4AFE-8D26-B3C2FE5BDF65}" dt="2025-11-03T13:38:10.253" v="2144" actId="20577"/>
        <pc:sldMkLst>
          <pc:docMk/>
          <pc:sldMk cId="2726348294" sldId="1016"/>
        </pc:sldMkLst>
        <pc:spChg chg="mod">
          <ac:chgData name="Joost Schouppe" userId="a437c0ca-5ab3-4f08-9767-9b5d374740de" providerId="ADAL" clId="{97B71A45-5F7D-4AFE-8D26-B3C2FE5BDF65}" dt="2025-11-03T13:29:58.028" v="1786" actId="20577"/>
          <ac:spMkLst>
            <pc:docMk/>
            <pc:sldMk cId="2726348294" sldId="1016"/>
            <ac:spMk id="2" creationId="{F8275E45-81A4-8F53-0ED3-9E78C89519DD}"/>
          </ac:spMkLst>
        </pc:spChg>
        <pc:spChg chg="add mod">
          <ac:chgData name="Joost Schouppe" userId="a437c0ca-5ab3-4f08-9767-9b5d374740de" providerId="ADAL" clId="{97B71A45-5F7D-4AFE-8D26-B3C2FE5BDF65}" dt="2025-11-03T13:30:22.164" v="1792" actId="1076"/>
          <ac:spMkLst>
            <pc:docMk/>
            <pc:sldMk cId="2726348294" sldId="1016"/>
            <ac:spMk id="7" creationId="{6AEC676B-B4BC-7219-8E6F-798C68563FE7}"/>
          </ac:spMkLst>
        </pc:spChg>
        <pc:spChg chg="add mod">
          <ac:chgData name="Joost Schouppe" userId="a437c0ca-5ab3-4f08-9767-9b5d374740de" providerId="ADAL" clId="{97B71A45-5F7D-4AFE-8D26-B3C2FE5BDF65}" dt="2025-11-03T13:30:12.359" v="1789" actId="1076"/>
          <ac:spMkLst>
            <pc:docMk/>
            <pc:sldMk cId="2726348294" sldId="1016"/>
            <ac:spMk id="8" creationId="{96521B9C-E3C7-B507-4F8C-75639441BAB9}"/>
          </ac:spMkLst>
        </pc:spChg>
        <pc:spChg chg="add mod">
          <ac:chgData name="Joost Schouppe" userId="a437c0ca-5ab3-4f08-9767-9b5d374740de" providerId="ADAL" clId="{97B71A45-5F7D-4AFE-8D26-B3C2FE5BDF65}" dt="2025-11-03T13:30:19.268" v="1791" actId="1076"/>
          <ac:spMkLst>
            <pc:docMk/>
            <pc:sldMk cId="2726348294" sldId="1016"/>
            <ac:spMk id="9" creationId="{8180BD18-58E6-F0A4-02E2-E04424E31E08}"/>
          </ac:spMkLst>
        </pc:spChg>
      </pc:sldChg>
      <pc:sldChg chg="addSp delSp modSp add mod modNotesTx">
        <pc:chgData name="Joost Schouppe" userId="a437c0ca-5ab3-4f08-9767-9b5d374740de" providerId="ADAL" clId="{97B71A45-5F7D-4AFE-8D26-B3C2FE5BDF65}" dt="2025-11-12T08:45:02.617" v="5010" actId="20577"/>
        <pc:sldMkLst>
          <pc:docMk/>
          <pc:sldMk cId="4079305564" sldId="1017"/>
        </pc:sldMkLst>
        <pc:spChg chg="add mod">
          <ac:chgData name="Joost Schouppe" userId="a437c0ca-5ab3-4f08-9767-9b5d374740de" providerId="ADAL" clId="{97B71A45-5F7D-4AFE-8D26-B3C2FE5BDF65}" dt="2025-11-03T13:40:20.828" v="2292" actId="1076"/>
          <ac:spMkLst>
            <pc:docMk/>
            <pc:sldMk cId="4079305564" sldId="1017"/>
            <ac:spMk id="4" creationId="{43C8859D-7F42-DF06-DC26-2CB57CB7A3EF}"/>
          </ac:spMkLst>
        </pc:spChg>
        <pc:spChg chg="add mod">
          <ac:chgData name="Joost Schouppe" userId="a437c0ca-5ab3-4f08-9767-9b5d374740de" providerId="ADAL" clId="{97B71A45-5F7D-4AFE-8D26-B3C2FE5BDF65}" dt="2025-11-03T13:40:22.916" v="2293" actId="1076"/>
          <ac:spMkLst>
            <pc:docMk/>
            <pc:sldMk cId="4079305564" sldId="1017"/>
            <ac:spMk id="5" creationId="{6FD39ECD-8CDE-88AA-5ED6-63A5AB412E3D}"/>
          </ac:spMkLst>
        </pc:spChg>
        <pc:spChg chg="add mod">
          <ac:chgData name="Joost Schouppe" userId="a437c0ca-5ab3-4f08-9767-9b5d374740de" providerId="ADAL" clId="{97B71A45-5F7D-4AFE-8D26-B3C2FE5BDF65}" dt="2025-11-03T13:40:05.228" v="2281" actId="1076"/>
          <ac:spMkLst>
            <pc:docMk/>
            <pc:sldMk cId="4079305564" sldId="1017"/>
            <ac:spMk id="6" creationId="{B283D70B-9D17-EEA5-5C6A-D1537B283AC3}"/>
          </ac:spMkLst>
        </pc:spChg>
      </pc:sldChg>
      <pc:sldChg chg="modSp add mod modNotesTx">
        <pc:chgData name="Joost Schouppe" userId="a437c0ca-5ab3-4f08-9767-9b5d374740de" providerId="ADAL" clId="{97B71A45-5F7D-4AFE-8D26-B3C2FE5BDF65}" dt="2025-11-12T10:47:34.409" v="5925"/>
        <pc:sldMkLst>
          <pc:docMk/>
          <pc:sldMk cId="3029594847" sldId="1018"/>
        </pc:sldMkLst>
        <pc:spChg chg="mod">
          <ac:chgData name="Joost Schouppe" userId="a437c0ca-5ab3-4f08-9767-9b5d374740de" providerId="ADAL" clId="{97B71A45-5F7D-4AFE-8D26-B3C2FE5BDF65}" dt="2025-11-03T14:05:07.765" v="3018" actId="20577"/>
          <ac:spMkLst>
            <pc:docMk/>
            <pc:sldMk cId="3029594847" sldId="1018"/>
            <ac:spMk id="2" creationId="{8413ACEC-09A2-3A63-B213-36BC7191864B}"/>
          </ac:spMkLst>
        </pc:spChg>
        <pc:spChg chg="mod">
          <ac:chgData name="Joost Schouppe" userId="a437c0ca-5ab3-4f08-9767-9b5d374740de" providerId="ADAL" clId="{97B71A45-5F7D-4AFE-8D26-B3C2FE5BDF65}" dt="2025-11-03T13:42:45.028" v="2678" actId="1076"/>
          <ac:spMkLst>
            <pc:docMk/>
            <pc:sldMk cId="3029594847" sldId="1018"/>
            <ac:spMk id="3" creationId="{9403DCE1-3F4A-5043-69E5-631E78B8409C}"/>
          </ac:spMkLst>
        </pc:spChg>
        <pc:spChg chg="mod">
          <ac:chgData name="Joost Schouppe" userId="a437c0ca-5ab3-4f08-9767-9b5d374740de" providerId="ADAL" clId="{97B71A45-5F7D-4AFE-8D26-B3C2FE5BDF65}" dt="2025-11-03T13:42:18.092" v="2645" actId="14100"/>
          <ac:spMkLst>
            <pc:docMk/>
            <pc:sldMk cId="3029594847" sldId="1018"/>
            <ac:spMk id="4" creationId="{1FCEA714-C5F1-FBC2-2514-168531F6A87C}"/>
          </ac:spMkLst>
        </pc:spChg>
        <pc:spChg chg="mod">
          <ac:chgData name="Joost Schouppe" userId="a437c0ca-5ab3-4f08-9767-9b5d374740de" providerId="ADAL" clId="{97B71A45-5F7D-4AFE-8D26-B3C2FE5BDF65}" dt="2025-11-12T10:47:34.409" v="5925"/>
          <ac:spMkLst>
            <pc:docMk/>
            <pc:sldMk cId="3029594847" sldId="1018"/>
            <ac:spMk id="5" creationId="{0EFC4F0D-412F-F4C6-C728-2979028AE3EF}"/>
          </ac:spMkLst>
        </pc:spChg>
      </pc:sldChg>
      <pc:sldChg chg="addSp delSp modSp new del mod ord">
        <pc:chgData name="Joost Schouppe" userId="a437c0ca-5ab3-4f08-9767-9b5d374740de" providerId="ADAL" clId="{97B71A45-5F7D-4AFE-8D26-B3C2FE5BDF65}" dt="2025-11-03T14:12:55.524" v="3746" actId="47"/>
        <pc:sldMkLst>
          <pc:docMk/>
          <pc:sldMk cId="1527072115" sldId="1019"/>
        </pc:sldMkLst>
      </pc:sldChg>
      <pc:sldChg chg="addSp delSp modSp add mod ord">
        <pc:chgData name="Joost Schouppe" userId="a437c0ca-5ab3-4f08-9767-9b5d374740de" providerId="ADAL" clId="{97B71A45-5F7D-4AFE-8D26-B3C2FE5BDF65}" dt="2025-11-12T10:50:24.523" v="5940" actId="20577"/>
        <pc:sldMkLst>
          <pc:docMk/>
          <pc:sldMk cId="3258906051" sldId="1020"/>
        </pc:sldMkLst>
        <pc:spChg chg="mod">
          <ac:chgData name="Joost Schouppe" userId="a437c0ca-5ab3-4f08-9767-9b5d374740de" providerId="ADAL" clId="{97B71A45-5F7D-4AFE-8D26-B3C2FE5BDF65}" dt="2025-11-03T14:05:13.392" v="3019"/>
          <ac:spMkLst>
            <pc:docMk/>
            <pc:sldMk cId="3258906051" sldId="1020"/>
            <ac:spMk id="2" creationId="{C35DDE54-6164-3078-7290-514F68783CBB}"/>
          </ac:spMkLst>
        </pc:spChg>
        <pc:spChg chg="mod">
          <ac:chgData name="Joost Schouppe" userId="a437c0ca-5ab3-4f08-9767-9b5d374740de" providerId="ADAL" clId="{97B71A45-5F7D-4AFE-8D26-B3C2FE5BDF65}" dt="2025-11-03T14:06:04.269" v="3033" actId="1076"/>
          <ac:spMkLst>
            <pc:docMk/>
            <pc:sldMk cId="3258906051" sldId="1020"/>
            <ac:spMk id="3" creationId="{401A82DA-3B26-8390-735E-52080F10D161}"/>
          </ac:spMkLst>
        </pc:spChg>
        <pc:spChg chg="add mod">
          <ac:chgData name="Joost Schouppe" userId="a437c0ca-5ab3-4f08-9767-9b5d374740de" providerId="ADAL" clId="{97B71A45-5F7D-4AFE-8D26-B3C2FE5BDF65}" dt="2025-11-03T14:06:07.292" v="3034" actId="1076"/>
          <ac:spMkLst>
            <pc:docMk/>
            <pc:sldMk cId="3258906051" sldId="1020"/>
            <ac:spMk id="8" creationId="{D5DFDBAA-B867-B1C3-1305-B8B8CF5A8892}"/>
          </ac:spMkLst>
        </pc:spChg>
        <pc:spChg chg="add mod">
          <ac:chgData name="Joost Schouppe" userId="a437c0ca-5ab3-4f08-9767-9b5d374740de" providerId="ADAL" clId="{97B71A45-5F7D-4AFE-8D26-B3C2FE5BDF65}" dt="2025-11-12T10:50:24.523" v="5940" actId="20577"/>
          <ac:spMkLst>
            <pc:docMk/>
            <pc:sldMk cId="3258906051" sldId="1020"/>
            <ac:spMk id="9" creationId="{D54B2075-880B-957D-09AC-57F5061844B1}"/>
          </ac:spMkLst>
        </pc:spChg>
      </pc:sldChg>
      <pc:sldChg chg="addSp delSp modSp add mod modNotesTx">
        <pc:chgData name="Joost Schouppe" userId="a437c0ca-5ab3-4f08-9767-9b5d374740de" providerId="ADAL" clId="{97B71A45-5F7D-4AFE-8D26-B3C2FE5BDF65}" dt="2025-11-03T14:07:11.117" v="3067" actId="20577"/>
        <pc:sldMkLst>
          <pc:docMk/>
          <pc:sldMk cId="2180696046" sldId="1021"/>
        </pc:sldMkLst>
        <pc:spChg chg="mod">
          <ac:chgData name="Joost Schouppe" userId="a437c0ca-5ab3-4f08-9767-9b5d374740de" providerId="ADAL" clId="{97B71A45-5F7D-4AFE-8D26-B3C2FE5BDF65}" dt="2025-11-03T14:06:44.364" v="3060" actId="20577"/>
          <ac:spMkLst>
            <pc:docMk/>
            <pc:sldMk cId="2180696046" sldId="1021"/>
            <ac:spMk id="3" creationId="{DD025CFE-1883-F784-DB90-86C652B8A2CE}"/>
          </ac:spMkLst>
        </pc:spChg>
        <pc:picChg chg="add mod">
          <ac:chgData name="Joost Schouppe" userId="a437c0ca-5ab3-4f08-9767-9b5d374740de" providerId="ADAL" clId="{97B71A45-5F7D-4AFE-8D26-B3C2FE5BDF65}" dt="2025-11-03T14:07:00.676" v="3065" actId="1076"/>
          <ac:picMkLst>
            <pc:docMk/>
            <pc:sldMk cId="2180696046" sldId="1021"/>
            <ac:picMk id="4" creationId="{929E1D4C-4686-029E-1479-36B5C0A44B8B}"/>
          </ac:picMkLst>
        </pc:picChg>
      </pc:sldChg>
      <pc:sldChg chg="addSp delSp modSp add mod ord modNotesTx">
        <pc:chgData name="Joost Schouppe" userId="a437c0ca-5ab3-4f08-9767-9b5d374740de" providerId="ADAL" clId="{97B71A45-5F7D-4AFE-8D26-B3C2FE5BDF65}" dt="2025-11-12T08:47:21.103" v="5034" actId="20577"/>
        <pc:sldMkLst>
          <pc:docMk/>
          <pc:sldMk cId="280988391" sldId="1022"/>
        </pc:sldMkLst>
        <pc:spChg chg="mod">
          <ac:chgData name="Joost Schouppe" userId="a437c0ca-5ab3-4f08-9767-9b5d374740de" providerId="ADAL" clId="{97B71A45-5F7D-4AFE-8D26-B3C2FE5BDF65}" dt="2025-11-03T14:08:45.572" v="3106" actId="20577"/>
          <ac:spMkLst>
            <pc:docMk/>
            <pc:sldMk cId="280988391" sldId="1022"/>
            <ac:spMk id="2" creationId="{29752B3B-D5C7-17DF-35F3-0B87082C3F57}"/>
          </ac:spMkLst>
        </pc:spChg>
        <pc:picChg chg="add mod">
          <ac:chgData name="Joost Schouppe" userId="a437c0ca-5ab3-4f08-9767-9b5d374740de" providerId="ADAL" clId="{97B71A45-5F7D-4AFE-8D26-B3C2FE5BDF65}" dt="2025-11-03T14:08:57.038" v="3112" actId="1076"/>
          <ac:picMkLst>
            <pc:docMk/>
            <pc:sldMk cId="280988391" sldId="1022"/>
            <ac:picMk id="7" creationId="{3956FF74-57AE-FFAE-7414-626E654D5798}"/>
          </ac:picMkLst>
        </pc:picChg>
      </pc:sldChg>
      <pc:sldChg chg="addSp delSp modSp add mod modNotesTx">
        <pc:chgData name="Joost Schouppe" userId="a437c0ca-5ab3-4f08-9767-9b5d374740de" providerId="ADAL" clId="{97B71A45-5F7D-4AFE-8D26-B3C2FE5BDF65}" dt="2025-11-12T09:58:33.676" v="5829" actId="20577"/>
        <pc:sldMkLst>
          <pc:docMk/>
          <pc:sldMk cId="569773617" sldId="1023"/>
        </pc:sldMkLst>
        <pc:spChg chg="mod">
          <ac:chgData name="Joost Schouppe" userId="a437c0ca-5ab3-4f08-9767-9b5d374740de" providerId="ADAL" clId="{97B71A45-5F7D-4AFE-8D26-B3C2FE5BDF65}" dt="2025-11-12T09:58:33.676" v="5829" actId="20577"/>
          <ac:spMkLst>
            <pc:docMk/>
            <pc:sldMk cId="569773617" sldId="1023"/>
            <ac:spMk id="2" creationId="{FC5CD6C7-A6E0-C1AF-BFB0-B12DDC9A16BB}"/>
          </ac:spMkLst>
        </pc:spChg>
        <pc:spChg chg="add mod">
          <ac:chgData name="Joost Schouppe" userId="a437c0ca-5ab3-4f08-9767-9b5d374740de" providerId="ADAL" clId="{97B71A45-5F7D-4AFE-8D26-B3C2FE5BDF65}" dt="2025-11-03T14:14:35.901" v="3807" actId="1076"/>
          <ac:spMkLst>
            <pc:docMk/>
            <pc:sldMk cId="569773617" sldId="1023"/>
            <ac:spMk id="3" creationId="{E3B0E159-6D4C-9F0C-DFB6-920CEE5C5C31}"/>
          </ac:spMkLst>
        </pc:spChg>
        <pc:spChg chg="add mod">
          <ac:chgData name="Joost Schouppe" userId="a437c0ca-5ab3-4f08-9767-9b5d374740de" providerId="ADAL" clId="{97B71A45-5F7D-4AFE-8D26-B3C2FE5BDF65}" dt="2025-11-03T14:14:32.444" v="3806" actId="1076"/>
          <ac:spMkLst>
            <pc:docMk/>
            <pc:sldMk cId="569773617" sldId="1023"/>
            <ac:spMk id="4" creationId="{120749DA-0211-9EA7-92D0-EDA483E533E1}"/>
          </ac:spMkLst>
        </pc:spChg>
      </pc:sldChg>
      <pc:sldChg chg="addSp modSp new mod">
        <pc:chgData name="Joost Schouppe" userId="a437c0ca-5ab3-4f08-9767-9b5d374740de" providerId="ADAL" clId="{97B71A45-5F7D-4AFE-8D26-B3C2FE5BDF65}" dt="2025-11-12T08:41:07.284" v="4944" actId="114"/>
        <pc:sldMkLst>
          <pc:docMk/>
          <pc:sldMk cId="856716727" sldId="1024"/>
        </pc:sldMkLst>
        <pc:spChg chg="mod">
          <ac:chgData name="Joost Schouppe" userId="a437c0ca-5ab3-4f08-9767-9b5d374740de" providerId="ADAL" clId="{97B71A45-5F7D-4AFE-8D26-B3C2FE5BDF65}" dt="2025-11-03T14:17:30.716" v="3999" actId="20577"/>
          <ac:spMkLst>
            <pc:docMk/>
            <pc:sldMk cId="856716727" sldId="1024"/>
            <ac:spMk id="2" creationId="{93718949-5503-4B7A-048C-26A2D649DB6B}"/>
          </ac:spMkLst>
        </pc:spChg>
        <pc:spChg chg="mod">
          <ac:chgData name="Joost Schouppe" userId="a437c0ca-5ab3-4f08-9767-9b5d374740de" providerId="ADAL" clId="{97B71A45-5F7D-4AFE-8D26-B3C2FE5BDF65}" dt="2025-11-12T08:41:07.284" v="4944" actId="114"/>
          <ac:spMkLst>
            <pc:docMk/>
            <pc:sldMk cId="856716727" sldId="1024"/>
            <ac:spMk id="3" creationId="{ED9C31B2-873D-08FD-558E-84411520693B}"/>
          </ac:spMkLst>
        </pc:spChg>
        <pc:spChg chg="add mod">
          <ac:chgData name="Joost Schouppe" userId="a437c0ca-5ab3-4f08-9767-9b5d374740de" providerId="ADAL" clId="{97B71A45-5F7D-4AFE-8D26-B3C2FE5BDF65}" dt="2025-11-12T08:39:14.666" v="4875" actId="20577"/>
          <ac:spMkLst>
            <pc:docMk/>
            <pc:sldMk cId="856716727" sldId="1024"/>
            <ac:spMk id="4" creationId="{3ACBE288-B299-33F6-10B2-F32882411DB9}"/>
          </ac:spMkLst>
        </pc:spChg>
        <pc:spChg chg="add mod">
          <ac:chgData name="Joost Schouppe" userId="a437c0ca-5ab3-4f08-9767-9b5d374740de" providerId="ADAL" clId="{97B71A45-5F7D-4AFE-8D26-B3C2FE5BDF65}" dt="2025-11-12T08:41:01.953" v="4943" actId="1076"/>
          <ac:spMkLst>
            <pc:docMk/>
            <pc:sldMk cId="856716727" sldId="1024"/>
            <ac:spMk id="7" creationId="{5E4455C6-D596-D470-51B2-57F4B35F833E}"/>
          </ac:spMkLst>
        </pc:spChg>
        <pc:picChg chg="add mod">
          <ac:chgData name="Joost Schouppe" userId="a437c0ca-5ab3-4f08-9767-9b5d374740de" providerId="ADAL" clId="{97B71A45-5F7D-4AFE-8D26-B3C2FE5BDF65}" dt="2025-11-12T08:40:42.552" v="4885" actId="1076"/>
          <ac:picMkLst>
            <pc:docMk/>
            <pc:sldMk cId="856716727" sldId="1024"/>
            <ac:picMk id="6" creationId="{9A025D1A-27C1-ED4F-1D70-1D8A9E54B855}"/>
          </ac:picMkLst>
        </pc:picChg>
      </pc:sldChg>
      <pc:sldChg chg="addSp modSp new mod ord">
        <pc:chgData name="Joost Schouppe" userId="a437c0ca-5ab3-4f08-9767-9b5d374740de" providerId="ADAL" clId="{97B71A45-5F7D-4AFE-8D26-B3C2FE5BDF65}" dt="2025-11-13T20:44:34.512" v="6447"/>
        <pc:sldMkLst>
          <pc:docMk/>
          <pc:sldMk cId="3680459504" sldId="1025"/>
        </pc:sldMkLst>
        <pc:spChg chg="mod">
          <ac:chgData name="Joost Schouppe" userId="a437c0ca-5ab3-4f08-9767-9b5d374740de" providerId="ADAL" clId="{97B71A45-5F7D-4AFE-8D26-B3C2FE5BDF65}" dt="2025-11-13T20:43:36.326" v="6439" actId="962"/>
          <ac:spMkLst>
            <pc:docMk/>
            <pc:sldMk cId="3680459504" sldId="1025"/>
            <ac:spMk id="2" creationId="{078D27E1-A4A9-4072-FDCA-C58C87C44A42}"/>
          </ac:spMkLst>
        </pc:spChg>
        <pc:spChg chg="mod">
          <ac:chgData name="Joost Schouppe" userId="a437c0ca-5ab3-4f08-9767-9b5d374740de" providerId="ADAL" clId="{97B71A45-5F7D-4AFE-8D26-B3C2FE5BDF65}" dt="2025-11-13T20:43:47.927" v="6441" actId="20577"/>
          <ac:spMkLst>
            <pc:docMk/>
            <pc:sldMk cId="3680459504" sldId="1025"/>
            <ac:spMk id="3" creationId="{F993838B-D569-51A3-A6BE-788B04A6B847}"/>
          </ac:spMkLst>
        </pc:spChg>
        <pc:picChg chg="add mod">
          <ac:chgData name="Joost Schouppe" userId="a437c0ca-5ab3-4f08-9767-9b5d374740de" providerId="ADAL" clId="{97B71A45-5F7D-4AFE-8D26-B3C2FE5BDF65}" dt="2025-11-13T20:43:36.325" v="6438" actId="27614"/>
          <ac:picMkLst>
            <pc:docMk/>
            <pc:sldMk cId="3680459504" sldId="1025"/>
            <ac:picMk id="5" creationId="{34125D10-BA15-DD67-ADB0-3E4E0689833A}"/>
          </ac:picMkLst>
        </pc:picChg>
      </pc:sldChg>
    </pc:docChg>
  </pc:docChgLst>
  <pc:docChgLst>
    <pc:chgData name="Joost Schouppe" userId="a437c0ca-5ab3-4f08-9767-9b5d374740de" providerId="ADAL" clId="{3FEF14A8-E610-413E-A5F2-F30624C4168B}"/>
    <pc:docChg chg="custSel modSld">
      <pc:chgData name="Joost Schouppe" userId="a437c0ca-5ab3-4f08-9767-9b5d374740de" providerId="ADAL" clId="{3FEF14A8-E610-413E-A5F2-F30624C4168B}" dt="2025-10-17T08:41:33.260" v="15" actId="20577"/>
      <pc:docMkLst>
        <pc:docMk/>
      </pc:docMkLst>
      <pc:sldChg chg="modSp mod">
        <pc:chgData name="Joost Schouppe" userId="a437c0ca-5ab3-4f08-9767-9b5d374740de" providerId="ADAL" clId="{3FEF14A8-E610-413E-A5F2-F30624C4168B}" dt="2025-10-17T08:41:33.260" v="15" actId="20577"/>
        <pc:sldMkLst>
          <pc:docMk/>
          <pc:sldMk cId="2221780676" sldId="994"/>
        </pc:sldMkLst>
        <pc:spChg chg="mod">
          <ac:chgData name="Joost Schouppe" userId="a437c0ca-5ab3-4f08-9767-9b5d374740de" providerId="ADAL" clId="{3FEF14A8-E610-413E-A5F2-F30624C4168B}" dt="2025-10-17T08:41:33.260" v="15" actId="20577"/>
          <ac:spMkLst>
            <pc:docMk/>
            <pc:sldMk cId="2221780676" sldId="994"/>
            <ac:spMk id="4" creationId="{DB9A720B-8F62-AFA1-FE1F-1AFAE9332D4A}"/>
          </ac:spMkLst>
        </pc:spChg>
      </pc:sldChg>
    </pc:docChg>
  </pc:docChgLst>
  <pc:docChgLst>
    <pc:chgData name="Joost Schouppe" userId="a437c0ca-5ab3-4f08-9767-9b5d374740de" providerId="ADAL" clId="{D40E62B8-F83A-4154-A024-F0C08AB0D51A}"/>
    <pc:docChg chg="undo custSel addSld modSld">
      <pc:chgData name="Joost Schouppe" userId="a437c0ca-5ab3-4f08-9767-9b5d374740de" providerId="ADAL" clId="{D40E62B8-F83A-4154-A024-F0C08AB0D51A}" dt="2025-09-23T07:15:44.724" v="2202" actId="1076"/>
      <pc:docMkLst>
        <pc:docMk/>
      </pc:docMkLst>
      <pc:sldChg chg="modSp mod">
        <pc:chgData name="Joost Schouppe" userId="a437c0ca-5ab3-4f08-9767-9b5d374740de" providerId="ADAL" clId="{D40E62B8-F83A-4154-A024-F0C08AB0D51A}" dt="2025-09-22T08:13:59.496" v="4" actId="20577"/>
        <pc:sldMkLst>
          <pc:docMk/>
          <pc:sldMk cId="868629193" sldId="256"/>
        </pc:sldMkLst>
      </pc:sldChg>
      <pc:sldChg chg="modNotesTx">
        <pc:chgData name="Joost Schouppe" userId="a437c0ca-5ab3-4f08-9767-9b5d374740de" providerId="ADAL" clId="{D40E62B8-F83A-4154-A024-F0C08AB0D51A}" dt="2025-09-23T06:29:47.294" v="1615" actId="20577"/>
        <pc:sldMkLst>
          <pc:docMk/>
          <pc:sldMk cId="3234720015" sldId="981"/>
        </pc:sldMkLst>
      </pc:sldChg>
      <pc:sldChg chg="addSp modSp mod modNotesTx">
        <pc:chgData name="Joost Schouppe" userId="a437c0ca-5ab3-4f08-9767-9b5d374740de" providerId="ADAL" clId="{D40E62B8-F83A-4154-A024-F0C08AB0D51A}" dt="2025-09-22T08:16:50.616" v="343" actId="14100"/>
        <pc:sldMkLst>
          <pc:docMk/>
          <pc:sldMk cId="3623889219" sldId="1003"/>
        </pc:sldMkLst>
      </pc:sldChg>
      <pc:sldChg chg="addSp delSp modSp new mod">
        <pc:chgData name="Joost Schouppe" userId="a437c0ca-5ab3-4f08-9767-9b5d374740de" providerId="ADAL" clId="{D40E62B8-F83A-4154-A024-F0C08AB0D51A}" dt="2025-09-22T08:23:59.710" v="411" actId="1076"/>
        <pc:sldMkLst>
          <pc:docMk/>
          <pc:sldMk cId="2452927182" sldId="1004"/>
        </pc:sldMkLst>
      </pc:sldChg>
      <pc:sldChg chg="addSp delSp modSp add mod">
        <pc:chgData name="Joost Schouppe" userId="a437c0ca-5ab3-4f08-9767-9b5d374740de" providerId="ADAL" clId="{D40E62B8-F83A-4154-A024-F0C08AB0D51A}" dt="2025-09-22T08:34:17.202" v="654" actId="404"/>
        <pc:sldMkLst>
          <pc:docMk/>
          <pc:sldMk cId="2069959796" sldId="1005"/>
        </pc:sldMkLst>
      </pc:sldChg>
      <pc:sldChg chg="addSp delSp modSp new mod">
        <pc:chgData name="Joost Schouppe" userId="a437c0ca-5ab3-4f08-9767-9b5d374740de" providerId="ADAL" clId="{D40E62B8-F83A-4154-A024-F0C08AB0D51A}" dt="2025-09-22T08:59:27.953" v="1609" actId="14100"/>
        <pc:sldMkLst>
          <pc:docMk/>
          <pc:sldMk cId="2204708810" sldId="1006"/>
        </pc:sldMkLst>
      </pc:sldChg>
      <pc:sldChg chg="addSp modSp new mod modNotesTx">
        <pc:chgData name="Joost Schouppe" userId="a437c0ca-5ab3-4f08-9767-9b5d374740de" providerId="ADAL" clId="{D40E62B8-F83A-4154-A024-F0C08AB0D51A}" dt="2025-09-23T06:41:44.747" v="2042" actId="20577"/>
        <pc:sldMkLst>
          <pc:docMk/>
          <pc:sldMk cId="2805405645" sldId="1007"/>
        </pc:sldMkLst>
      </pc:sldChg>
      <pc:sldChg chg="addSp modSp new mod modNotesTx">
        <pc:chgData name="Joost Schouppe" userId="a437c0ca-5ab3-4f08-9767-9b5d374740de" providerId="ADAL" clId="{D40E62B8-F83A-4154-A024-F0C08AB0D51A}" dt="2025-09-23T07:15:44.724" v="2202" actId="1076"/>
        <pc:sldMkLst>
          <pc:docMk/>
          <pc:sldMk cId="2825874818" sldId="100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Blad1!$A$2</c:f>
              <c:strCache>
                <c:ptCount val="1"/>
                <c:pt idx="0">
                  <c:v>place_of_worship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Blad1!$B$1:$F$1</c:f>
              <c:strCache>
                <c:ptCount val="5"/>
                <c:pt idx="0">
                  <c:v>large</c:v>
                </c:pt>
                <c:pt idx="1">
                  <c:v>small</c:v>
                </c:pt>
                <c:pt idx="2">
                  <c:v>likely large</c:v>
                </c:pt>
                <c:pt idx="3">
                  <c:v>likely small</c:v>
                </c:pt>
                <c:pt idx="4">
                  <c:v>no idea</c:v>
                </c:pt>
              </c:strCache>
            </c:strRef>
          </c:cat>
          <c:val>
            <c:numRef>
              <c:f>Blad1!$B$2:$F$2</c:f>
              <c:numCache>
                <c:formatCode>#,##0</c:formatCode>
                <c:ptCount val="5"/>
                <c:pt idx="0">
                  <c:v>43</c:v>
                </c:pt>
                <c:pt idx="1">
                  <c:v>405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C-4D8F-BD0C-912F16E693DE}"/>
            </c:ext>
          </c:extLst>
        </c:ser>
        <c:ser>
          <c:idx val="1"/>
          <c:order val="1"/>
          <c:tx>
            <c:strRef>
              <c:f>Blad1!$A$3</c:f>
              <c:strCache>
                <c:ptCount val="1"/>
                <c:pt idx="0">
                  <c:v>place_of_worship:type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Blad1!$B$1:$F$1</c:f>
              <c:strCache>
                <c:ptCount val="5"/>
                <c:pt idx="0">
                  <c:v>large</c:v>
                </c:pt>
                <c:pt idx="1">
                  <c:v>small</c:v>
                </c:pt>
                <c:pt idx="2">
                  <c:v>likely large</c:v>
                </c:pt>
                <c:pt idx="3">
                  <c:v>likely small</c:v>
                </c:pt>
                <c:pt idx="4">
                  <c:v>no idea</c:v>
                </c:pt>
              </c:strCache>
            </c:strRef>
          </c:cat>
          <c:val>
            <c:numRef>
              <c:f>Blad1!$B$3:$F$3</c:f>
              <c:numCache>
                <c:formatCode>#,##0</c:formatCode>
                <c:ptCount val="5"/>
                <c:pt idx="0">
                  <c:v>0</c:v>
                </c:pt>
                <c:pt idx="1">
                  <c:v>84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DC-4D8F-BD0C-912F16E693DE}"/>
            </c:ext>
          </c:extLst>
        </c:ser>
        <c:ser>
          <c:idx val="2"/>
          <c:order val="2"/>
          <c:tx>
            <c:strRef>
              <c:f>Blad1!$A$4</c:f>
              <c:strCache>
                <c:ptCount val="1"/>
                <c:pt idx="0">
                  <c:v>building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Blad1!$B$1:$F$1</c:f>
              <c:strCache>
                <c:ptCount val="5"/>
                <c:pt idx="0">
                  <c:v>large</c:v>
                </c:pt>
                <c:pt idx="1">
                  <c:v>small</c:v>
                </c:pt>
                <c:pt idx="2">
                  <c:v>likely large</c:v>
                </c:pt>
                <c:pt idx="3">
                  <c:v>likely small</c:v>
                </c:pt>
                <c:pt idx="4">
                  <c:v>no idea</c:v>
                </c:pt>
              </c:strCache>
            </c:strRef>
          </c:cat>
          <c:val>
            <c:numRef>
              <c:f>Blad1!$B$4:$F$4</c:f>
              <c:numCache>
                <c:formatCode>#,##0</c:formatCode>
                <c:ptCount val="5"/>
                <c:pt idx="0">
                  <c:v>20277</c:v>
                </c:pt>
                <c:pt idx="1">
                  <c:v>7913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DC-4D8F-BD0C-912F16E693DE}"/>
            </c:ext>
          </c:extLst>
        </c:ser>
        <c:ser>
          <c:idx val="3"/>
          <c:order val="3"/>
          <c:tx>
            <c:strRef>
              <c:f>Blad1!$A$5</c:f>
              <c:strCache>
                <c:ptCount val="1"/>
                <c:pt idx="0">
                  <c:v>building_part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Blad1!$B$1:$F$1</c:f>
              <c:strCache>
                <c:ptCount val="5"/>
                <c:pt idx="0">
                  <c:v>large</c:v>
                </c:pt>
                <c:pt idx="1">
                  <c:v>small</c:v>
                </c:pt>
                <c:pt idx="2">
                  <c:v>likely large</c:v>
                </c:pt>
                <c:pt idx="3">
                  <c:v>likely small</c:v>
                </c:pt>
                <c:pt idx="4">
                  <c:v>no idea</c:v>
                </c:pt>
              </c:strCache>
            </c:strRef>
          </c:cat>
          <c:val>
            <c:numRef>
              <c:f>Blad1!$B$5:$F$5</c:f>
              <c:numCache>
                <c:formatCode>#,##0</c:formatCode>
                <c:ptCount val="5"/>
                <c:pt idx="0">
                  <c:v>50</c:v>
                </c:pt>
                <c:pt idx="1">
                  <c:v>37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BDC-4D8F-BD0C-912F16E693DE}"/>
            </c:ext>
          </c:extLst>
        </c:ser>
        <c:ser>
          <c:idx val="4"/>
          <c:order val="4"/>
          <c:tx>
            <c:strRef>
              <c:f>Blad1!$A$6</c:f>
              <c:strCache>
                <c:ptCount val="1"/>
                <c:pt idx="0">
                  <c:v>historic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Blad1!$B$1:$F$1</c:f>
              <c:strCache>
                <c:ptCount val="5"/>
                <c:pt idx="0">
                  <c:v>large</c:v>
                </c:pt>
                <c:pt idx="1">
                  <c:v>small</c:v>
                </c:pt>
                <c:pt idx="2">
                  <c:v>likely large</c:v>
                </c:pt>
                <c:pt idx="3">
                  <c:v>likely small</c:v>
                </c:pt>
                <c:pt idx="4">
                  <c:v>no idea</c:v>
                </c:pt>
              </c:strCache>
            </c:strRef>
          </c:cat>
          <c:val>
            <c:numRef>
              <c:f>Blad1!$B$6:$F$6</c:f>
              <c:numCache>
                <c:formatCode>#,##0</c:formatCode>
                <c:ptCount val="5"/>
                <c:pt idx="0">
                  <c:v>4</c:v>
                </c:pt>
                <c:pt idx="1">
                  <c:v>966</c:v>
                </c:pt>
                <c:pt idx="2">
                  <c:v>2</c:v>
                </c:pt>
                <c:pt idx="3">
                  <c:v>12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DC-4D8F-BD0C-912F16E693DE}"/>
            </c:ext>
          </c:extLst>
        </c:ser>
        <c:ser>
          <c:idx val="5"/>
          <c:order val="5"/>
          <c:tx>
            <c:strRef>
              <c:f>Blad1!$A$7</c:f>
              <c:strCache>
                <c:ptCount val="1"/>
                <c:pt idx="0">
                  <c:v>service_times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Blad1!$B$1:$F$1</c:f>
              <c:strCache>
                <c:ptCount val="5"/>
                <c:pt idx="0">
                  <c:v>large</c:v>
                </c:pt>
                <c:pt idx="1">
                  <c:v>small</c:v>
                </c:pt>
                <c:pt idx="2">
                  <c:v>likely large</c:v>
                </c:pt>
                <c:pt idx="3">
                  <c:v>likely small</c:v>
                </c:pt>
                <c:pt idx="4">
                  <c:v>no idea</c:v>
                </c:pt>
              </c:strCache>
            </c:strRef>
          </c:cat>
          <c:val>
            <c:numRef>
              <c:f>Blad1!$B$7:$F$7</c:f>
              <c:numCache>
                <c:formatCode>#,##0</c:formatCode>
                <c:ptCount val="5"/>
                <c:pt idx="0">
                  <c:v>3098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BDC-4D8F-BD0C-912F16E693DE}"/>
            </c:ext>
          </c:extLst>
        </c:ser>
        <c:ser>
          <c:idx val="6"/>
          <c:order val="6"/>
          <c:tx>
            <c:strRef>
              <c:f>Blad1!$A$8</c:f>
              <c:strCache>
                <c:ptCount val="1"/>
                <c:pt idx="0">
                  <c:v>name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Blad1!$B$1:$F$1</c:f>
              <c:strCache>
                <c:ptCount val="5"/>
                <c:pt idx="0">
                  <c:v>large</c:v>
                </c:pt>
                <c:pt idx="1">
                  <c:v>small</c:v>
                </c:pt>
                <c:pt idx="2">
                  <c:v>likely large</c:v>
                </c:pt>
                <c:pt idx="3">
                  <c:v>likely small</c:v>
                </c:pt>
                <c:pt idx="4">
                  <c:v>no idea</c:v>
                </c:pt>
              </c:strCache>
            </c:strRef>
          </c:cat>
          <c:val>
            <c:numRef>
              <c:f>Blad1!$B$8:$F$8</c:f>
              <c:numCache>
                <c:formatCode>#,##0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3088</c:v>
                </c:pt>
                <c:pt idx="3">
                  <c:v>1886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BDC-4D8F-BD0C-912F16E693DE}"/>
            </c:ext>
          </c:extLst>
        </c:ser>
        <c:ser>
          <c:idx val="7"/>
          <c:order val="7"/>
          <c:tx>
            <c:strRef>
              <c:f>Blad1!$A$9</c:f>
              <c:strCache>
                <c:ptCount val="1"/>
                <c:pt idx="0">
                  <c:v>lack of name and relgion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Blad1!$B$1:$F$1</c:f>
              <c:strCache>
                <c:ptCount val="5"/>
                <c:pt idx="0">
                  <c:v>large</c:v>
                </c:pt>
                <c:pt idx="1">
                  <c:v>small</c:v>
                </c:pt>
                <c:pt idx="2">
                  <c:v>likely large</c:v>
                </c:pt>
                <c:pt idx="3">
                  <c:v>likely small</c:v>
                </c:pt>
                <c:pt idx="4">
                  <c:v>no idea</c:v>
                </c:pt>
              </c:strCache>
            </c:strRef>
          </c:cat>
          <c:val>
            <c:numRef>
              <c:f>Blad1!$B$9:$F$9</c:f>
              <c:numCache>
                <c:formatCode>#,##0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293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DC-4D8F-BD0C-912F16E693DE}"/>
            </c:ext>
          </c:extLst>
        </c:ser>
        <c:ser>
          <c:idx val="8"/>
          <c:order val="8"/>
          <c:tx>
            <c:strRef>
              <c:f>Blad1!$A$10</c:f>
              <c:strCache>
                <c:ptCount val="1"/>
                <c:pt idx="0">
                  <c:v>muslim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Blad1!$B$1:$F$1</c:f>
              <c:strCache>
                <c:ptCount val="5"/>
                <c:pt idx="0">
                  <c:v>large</c:v>
                </c:pt>
                <c:pt idx="1">
                  <c:v>small</c:v>
                </c:pt>
                <c:pt idx="2">
                  <c:v>likely large</c:v>
                </c:pt>
                <c:pt idx="3">
                  <c:v>likely small</c:v>
                </c:pt>
                <c:pt idx="4">
                  <c:v>no idea</c:v>
                </c:pt>
              </c:strCache>
            </c:strRef>
          </c:cat>
          <c:val>
            <c:numRef>
              <c:f>Blad1!$B$10:$F$10</c:f>
              <c:numCache>
                <c:formatCode>#,##0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570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BDC-4D8F-BD0C-912F16E693DE}"/>
            </c:ext>
          </c:extLst>
        </c:ser>
        <c:ser>
          <c:idx val="9"/>
          <c:order val="9"/>
          <c:tx>
            <c:strRef>
              <c:f>Blad1!$A$11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Blad1!$B$1:$F$1</c:f>
              <c:strCache>
                <c:ptCount val="5"/>
                <c:pt idx="0">
                  <c:v>large</c:v>
                </c:pt>
                <c:pt idx="1">
                  <c:v>small</c:v>
                </c:pt>
                <c:pt idx="2">
                  <c:v>likely large</c:v>
                </c:pt>
                <c:pt idx="3">
                  <c:v>likely small</c:v>
                </c:pt>
                <c:pt idx="4">
                  <c:v>no idea</c:v>
                </c:pt>
              </c:strCache>
            </c:strRef>
          </c:cat>
          <c:val>
            <c:numRef>
              <c:f>Blad1!$B$11:$F$11</c:f>
              <c:numCache>
                <c:formatCode>#,##0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6361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BDC-4D8F-BD0C-912F16E69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100"/>
        <c:axId val="610486175"/>
        <c:axId val="168611855"/>
      </c:barChart>
      <c:catAx>
        <c:axId val="610486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68611855"/>
        <c:crosses val="autoZero"/>
        <c:auto val="1"/>
        <c:lblAlgn val="ctr"/>
        <c:lblOffset val="100"/>
        <c:noMultiLvlLbl val="0"/>
      </c:catAx>
      <c:valAx>
        <c:axId val="168611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610486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499500F-12D5-BA49-B6EB-D5C4137E79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CFBF8B5-E149-E44F-B8E6-12089D6CE0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59D53-8325-EB4B-BEC3-024DF8ECE8B0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4193ABA-9605-0F4F-81D3-B5562BFA7B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4DFC806-A791-6642-85AC-029E0C2B23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77F93-CE1F-3C4A-8EB7-9C3343B9128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820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E0323-A55D-2A46-BE5D-B5F8492A4D3E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7F59D-689A-6943-8B01-40848329D8E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31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Map based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Activate during specific crisis to keep track of situation on the ground and communicate core information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47F59D-689A-6943-8B01-40848329D8E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6440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Map centered tool -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getting a common operational picture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OSM as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basemap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kind of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obvious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here, but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obvious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federal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government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environment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741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precursor application only used data provided by the users</a:t>
            </a:r>
          </a:p>
          <a:p>
            <a:r>
              <a:rPr lang="en-US" dirty="0"/>
              <a:t>Big problems with regional differences in quality, lack of maintenance and standardization</a:t>
            </a:r>
          </a:p>
          <a:p>
            <a:r>
              <a:rPr lang="en-US" dirty="0"/>
              <a:t>Official data to the rescue?</a:t>
            </a:r>
          </a:p>
          <a:p>
            <a:r>
              <a:rPr lang="en-US" dirty="0"/>
              <a:t>Or do public crowdsourcing?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641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B3E89-ECE3-E041-8EE3-5D104708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31D44F5-D2C2-CE07-7424-787883326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E93F114-5F80-C49F-A21C-D9FF97CD9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*: for what is in the administrative scope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“this case is not in the data because it doesn’t fit our world view” (e.g. temporary school, school is not subsidized)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Logic based on administrative processes; e.g. a school is not a site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C0F8E86-4832-3933-A17C-BA2F995AA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757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F90B2-B8FB-DB19-B7FC-E662C37BC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6779EF0-55F5-29EE-EDB5-D8C42A6B9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73ABD38-A718-4E32-498C-C7BA4FD10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go cross-border with our application</a:t>
            </a:r>
          </a:p>
          <a:p>
            <a:r>
              <a:rPr lang="nl-NL" dirty="0" err="1"/>
              <a:t>Note</a:t>
            </a:r>
            <a:r>
              <a:rPr lang="nl-NL" dirty="0"/>
              <a:t>: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just</a:t>
            </a:r>
            <a:r>
              <a:rPr lang="nl-NL" dirty="0"/>
              <a:t> OSM, </a:t>
            </a:r>
            <a:r>
              <a:rPr lang="nl-NL" dirty="0" err="1"/>
              <a:t>also</a:t>
            </a:r>
            <a:r>
              <a:rPr lang="nl-NL" dirty="0"/>
              <a:t> Wikidata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degree</a:t>
            </a:r>
            <a:endParaRPr lang="en-US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9B06D70-654D-E2C5-8378-38E2BC49E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066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CE19-F95D-5594-7666-AA04D347A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EF4877B-BEB9-FD9B-5AE8-CBD3CED42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D799963-0677-AC60-8D45-31A997AFA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official data</a:t>
            </a:r>
          </a:p>
          <a:p>
            <a:r>
              <a:rPr lang="en-US" dirty="0"/>
              <a:t>Link to OSM data if available</a:t>
            </a:r>
          </a:p>
          <a:p>
            <a:r>
              <a:rPr lang="en-US" dirty="0"/>
              <a:t>Based on location, name, address, some attributes</a:t>
            </a:r>
          </a:p>
          <a:p>
            <a:endParaRPr lang="en-US" dirty="0"/>
          </a:p>
          <a:p>
            <a:r>
              <a:rPr lang="en-US" dirty="0"/>
              <a:t>Combine to build something better than the parts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B2203D9-CE77-96A4-69B9-213640DDF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993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in the end, a lot of data comes either from official data sources (italic is public data)</a:t>
            </a:r>
          </a:p>
          <a:p>
            <a:r>
              <a:rPr lang="en-US" dirty="0"/>
              <a:t>many layers are pure OSM data</a:t>
            </a:r>
          </a:p>
          <a:p>
            <a:r>
              <a:rPr lang="en-US" dirty="0"/>
              <a:t>Relatively few mixed data, because of added complexity – but with new modular approach it became easier</a:t>
            </a:r>
          </a:p>
          <a:p>
            <a:r>
              <a:rPr lang="en-US" dirty="0"/>
              <a:t>Hospitals: will be merged in the future</a:t>
            </a:r>
          </a:p>
          <a:p>
            <a:r>
              <a:rPr lang="en-US" dirty="0"/>
              <a:t>*: OSM data validated with official sources</a:t>
            </a:r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271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1D6A6-F97C-23C1-202D-1E4C461CF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3E5C9BD-4402-2602-4574-BAD3256FB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F510BEF-BDAE-EDDB-CC37-A2984447C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handle 35 different ingestion processes with monthly updates &amp; high QA necessity &amp; lots of user feedback?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Simple common resulting data structure for all the datasets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Processes that try to re-use techniques and preferably code blocks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Modular processes, e.g. generic compare dataset process, generic “merge official point to OSM polygon”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Run processes automatically using Airflow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Bulk analyze results &amp; monthly release cycle of all the sources at once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79163BE-A613-AB6D-DB6B-BC715EE71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190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Unique IDs are not a uniquely OSM problem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same ID in the source does not always mean we would like to consider it the same object. E.g. a police station that moved may no longer be relevant for an emergency plan for a specific zone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933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Start by processing new data. Maybe just filtering, simplification &amp; restructuring. Maybe includes conflating different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the end we have an “ingestion table” where everything has a new UUID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the layer is now, we copy straight to the Anchor database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updating, we use a generic process: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Check if the same original ID still represents the same object &gt; lightens computing load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rest become candidates for fuzzy match. Found a single good candidate? &gt; updated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 candidate? New/deleted objects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872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5955-2B7C-092B-751D-F706779B3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FC1585F-9A36-BE2D-8D21-58F35B6DE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4EA87DA-649C-FE62-1878-4C4DC231C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official sources… well it’s hard</a:t>
            </a:r>
          </a:p>
          <a:p>
            <a:r>
              <a:rPr lang="en-US" dirty="0"/>
              <a:t>Some minor success</a:t>
            </a:r>
          </a:p>
          <a:p>
            <a:r>
              <a:rPr lang="en-US" dirty="0"/>
              <a:t>Often not even a reply to an email</a:t>
            </a:r>
            <a:endParaRPr lang="nl-NL" dirty="0"/>
          </a:p>
          <a:p>
            <a:r>
              <a:rPr lang="nl-NL" dirty="0"/>
              <a:t>For OSM data: </a:t>
            </a:r>
            <a:r>
              <a:rPr lang="nl-NL" dirty="0" err="1"/>
              <a:t>appears</a:t>
            </a:r>
            <a:r>
              <a:rPr lang="nl-NL" dirty="0"/>
              <a:t> a lot </a:t>
            </a:r>
            <a:r>
              <a:rPr lang="nl-NL" dirty="0" err="1"/>
              <a:t>easier</a:t>
            </a:r>
            <a:r>
              <a:rPr lang="nl-NL" dirty="0"/>
              <a:t>. But </a:t>
            </a:r>
            <a:r>
              <a:rPr lang="nl-NL" dirty="0" err="1"/>
              <a:t>unique</a:t>
            </a:r>
            <a:r>
              <a:rPr lang="nl-NL" dirty="0"/>
              <a:t> </a:t>
            </a:r>
            <a:r>
              <a:rPr lang="nl-NL" dirty="0" err="1"/>
              <a:t>challenges</a:t>
            </a:r>
            <a:r>
              <a:rPr lang="nl-NL" dirty="0"/>
              <a:t> </a:t>
            </a:r>
            <a:r>
              <a:rPr lang="nl-NL" dirty="0" err="1"/>
              <a:t>too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FA16782-4D71-6502-9F01-082BF7E87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353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manual reviewing of OSM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Adding extra tags to clarify things, like</a:t>
            </a:r>
            <a:endParaRPr lang="nl-NL" dirty="0"/>
          </a:p>
          <a:p>
            <a:pPr marL="171450" indent="-171450">
              <a:buFontTx/>
              <a:buChar char="-"/>
            </a:pPr>
            <a:r>
              <a:rPr lang="nl-NL" dirty="0"/>
              <a:t>- type of </a:t>
            </a:r>
            <a:r>
              <a:rPr lang="nl-NL" dirty="0" err="1"/>
              <a:t>fire</a:t>
            </a:r>
            <a:r>
              <a:rPr lang="nl-NL" dirty="0"/>
              <a:t> station</a:t>
            </a:r>
          </a:p>
          <a:p>
            <a:pPr marL="171450" indent="-171450">
              <a:buFontTx/>
              <a:buChar char="-"/>
            </a:pPr>
            <a:r>
              <a:rPr lang="nl-NL" dirty="0"/>
              <a:t>- </a:t>
            </a:r>
            <a:r>
              <a:rPr lang="nl-NL" dirty="0" err="1"/>
              <a:t>international</a:t>
            </a:r>
            <a:r>
              <a:rPr lang="nl-NL" dirty="0"/>
              <a:t> airport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 err="1"/>
              <a:t>any</a:t>
            </a:r>
            <a:r>
              <a:rPr lang="nl-NL" dirty="0"/>
              <a:t> </a:t>
            </a:r>
            <a:r>
              <a:rPr lang="nl-NL" dirty="0" err="1"/>
              <a:t>old</a:t>
            </a:r>
            <a:r>
              <a:rPr lang="nl-NL" dirty="0"/>
              <a:t> airstrip</a:t>
            </a:r>
          </a:p>
          <a:p>
            <a:pPr marL="171450" indent="-171450">
              <a:buFontTx/>
              <a:buChar char="-"/>
            </a:pPr>
            <a:r>
              <a:rPr lang="nl-NL" dirty="0"/>
              <a:t>- </a:t>
            </a:r>
            <a:r>
              <a:rPr lang="nl-NL" dirty="0" err="1"/>
              <a:t>hospital</a:t>
            </a:r>
            <a:r>
              <a:rPr lang="nl-NL" dirty="0"/>
              <a:t> heliports</a:t>
            </a:r>
          </a:p>
          <a:p>
            <a:pPr marL="0" indent="0">
              <a:buFontTx/>
              <a:buNone/>
            </a:pP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433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Includes minor data model extensions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524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886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Tags “for rendering” on the outline, but then also some or all tags on the building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Amenity only needed once!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9807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3734C-CEE6-9932-D5A5-6B2305CB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1A62493-4FA9-C9A5-C36F-409ADF126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4290C1F-4C8D-7307-2945-6F15B66B3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Overly enthusiastic mapping: adding things as what they will be, not as what they are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2A37856-DA24-A194-D526-B1EB7C70E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673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Everything is a place of worship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It’s hard to identify which are big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14% we have no </a:t>
            </a:r>
            <a:r>
              <a:rPr lang="nl-NL" dirty="0" err="1"/>
              <a:t>idea</a:t>
            </a:r>
            <a:endParaRPr lang="nl-NL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 err="1"/>
              <a:t>Another</a:t>
            </a:r>
            <a:r>
              <a:rPr lang="nl-NL" dirty="0"/>
              <a:t> 13%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make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educated</a:t>
            </a:r>
            <a:r>
              <a:rPr lang="nl-NL" dirty="0"/>
              <a:t> </a:t>
            </a:r>
            <a:r>
              <a:rPr lang="nl-NL" dirty="0" err="1"/>
              <a:t>guess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5082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Help </a:t>
            </a:r>
            <a:r>
              <a:rPr lang="nl-BE" dirty="0" err="1"/>
              <a:t>us</a:t>
            </a:r>
            <a:r>
              <a:rPr lang="nl-BE" dirty="0"/>
              <a:t> </a:t>
            </a:r>
            <a:r>
              <a:rPr lang="nl-BE" dirty="0" err="1"/>
              <a:t>improve</a:t>
            </a:r>
            <a:r>
              <a:rPr lang="nl-BE" dirty="0"/>
              <a:t> OSM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national</a:t>
            </a:r>
            <a:r>
              <a:rPr lang="nl-BE" dirty="0"/>
              <a:t> crisis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608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isiscentrum_1920x1080p_v1.mp4">
            <a:hlinkClick r:id="" action="ppaction://media"/>
            <a:extLst>
              <a:ext uri="{FF2B5EF4-FFF2-40B4-BE49-F238E27FC236}">
                <a16:creationId xmlns:a16="http://schemas.microsoft.com/office/drawing/2014/main" id="{6BE3F2BF-3595-4C46-8229-1F4C7F93AD27}"/>
              </a:ext>
            </a:extLst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eldia">
    <p:bg>
      <p:bgPr>
        <a:solidFill>
          <a:srgbClr val="1B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DFC391-6EBA-804D-8FA0-6B2CC82DAD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0780" y="0"/>
            <a:ext cx="9325971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Titel presentatie</a:t>
            </a:r>
            <a:endParaRPr lang="en-GB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ED4A578-E98F-F240-8570-70F57D5EE1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0780" y="2479675"/>
            <a:ext cx="9325971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Ondertitel presentatie</a:t>
            </a:r>
            <a:endParaRPr lang="en-GB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6AC543E2-8E2A-7A46-9F0B-C2F5A312B9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88721" y="4525489"/>
            <a:ext cx="2667477" cy="2351761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4F79473C-3E1D-194E-9B68-B63E8BF2A4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6452" y="6176868"/>
            <a:ext cx="2283205" cy="403911"/>
          </a:xfrm>
          <a:prstGeom prst="rect">
            <a:avLst/>
          </a:prstGeom>
        </p:spPr>
      </p:pic>
      <p:pic>
        <p:nvPicPr>
          <p:cNvPr id="5" name="Afbeelding 4" descr="Afbeelding met Lettertype, logo, Graphics, tekst&#10;&#10;Automatisch gegenereerde beschrijving">
            <a:extLst>
              <a:ext uri="{FF2B5EF4-FFF2-40B4-BE49-F238E27FC236}">
                <a16:creationId xmlns:a16="http://schemas.microsoft.com/office/drawing/2014/main" id="{0BF575A4-F34D-CFD8-3B0B-4A1844ECEF2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13118" y="6102222"/>
            <a:ext cx="1266341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0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DFC391-6EBA-804D-8FA0-6B2CC82DAD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838" y="-1"/>
            <a:ext cx="9334913" cy="3209731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nl-NL"/>
              <a:t>Titel presentatie</a:t>
            </a:r>
            <a:endParaRPr lang="en-GB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6AC543E2-8E2A-7A46-9F0B-C2F5A312B9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88721" y="4525489"/>
            <a:ext cx="2667477" cy="2351761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CBF06F86-675E-F0EB-F190-9C505A6F34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6449" y="6176962"/>
            <a:ext cx="2283211" cy="403912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AF58F6AB-0499-B189-C6B4-A1AF6F042B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013119" y="6102222"/>
            <a:ext cx="1266339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1570F0DC-1413-C246-993D-9442FB8692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57103" y="-59960"/>
            <a:ext cx="5295439" cy="69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1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dia">
    <p:bg>
      <p:bgPr>
        <a:pattFill prst="pct5">
          <a:fgClr>
            <a:schemeClr val="bg1"/>
          </a:fgClr>
          <a:bgClr>
            <a:srgbClr val="1BAFA5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C7BD2-521E-EA4C-B2B3-F27D3B1079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3389653"/>
            <a:ext cx="7872412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Tussenslide met achtergrondafbeelding</a:t>
            </a:r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2CB00EC-0E7B-024A-9CC7-26C2BD0482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4857333"/>
            <a:ext cx="7872412" cy="88423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nl-NL"/>
              <a:t>Voeg achtergrondafbeelding toe door rechts te klikken op de slide en achtergrond opmaken te selecteren</a:t>
            </a:r>
            <a:endParaRPr lang="en-GB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8C39E283-ED66-EA41-BF1D-78C19C3D75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57103" y="-59960"/>
            <a:ext cx="5295439" cy="69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6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65126"/>
            <a:ext cx="10621962" cy="669196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978701"/>
            <a:ext cx="10621962" cy="419826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1BAFA5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142AAEB-1705-4EBD-A5EE-1652F96610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449" y="6176962"/>
            <a:ext cx="2283211" cy="403912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EBC78324-6A3F-C731-A775-EDC1968F77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13119" y="6102222"/>
            <a:ext cx="1266339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97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365126"/>
            <a:ext cx="10621962" cy="669196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780" y="1978701"/>
            <a:ext cx="4923020" cy="40029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1BAFA5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49A8CB9-58A5-7C49-A11F-F4FCED917A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978701"/>
            <a:ext cx="5257800" cy="4002999"/>
          </a:xfrm>
          <a:pattFill prst="pct5">
            <a:fgClr>
              <a:srgbClr val="1BAFA5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56017A0-265C-64D5-48B4-0F1027727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449" y="6176962"/>
            <a:ext cx="2283211" cy="403912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F1E58EE7-4394-7E63-C9EC-149C8AD1B7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13119" y="6102222"/>
            <a:ext cx="1266339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4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365126"/>
            <a:ext cx="10621962" cy="669196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3810028"/>
            <a:ext cx="10621962" cy="217167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1BAFA5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49A8CB9-58A5-7C49-A11F-F4FCED917A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691363"/>
            <a:ext cx="12192000" cy="1929045"/>
          </a:xfrm>
          <a:pattFill prst="pct5">
            <a:fgClr>
              <a:srgbClr val="1BAFA5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31E1E87-F3C4-F60B-F635-DB491DE323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449" y="6176962"/>
            <a:ext cx="2283211" cy="403912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F30ECE7-00B9-BF2A-45BF-AE8EB9A9E5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13119" y="6102222"/>
            <a:ext cx="1266339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68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1600002"/>
            <a:ext cx="4802529" cy="669196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nl-NL"/>
              <a:t>KLIK OM STIJL </a:t>
            </a:r>
            <a:br>
              <a:rPr lang="nl-NL"/>
            </a:br>
            <a:r>
              <a:rPr lang="nl-NL"/>
              <a:t>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3429000"/>
            <a:ext cx="4802529" cy="252543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2299178"/>
            <a:ext cx="4802529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1BAFA5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49A8CB9-58A5-7C49-A11F-F4FCED917A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00474" y="884729"/>
            <a:ext cx="2663824" cy="2476981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rgbClr val="1BAFA5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ijdelijke aanduiding voor afbeelding 4">
            <a:extLst>
              <a:ext uri="{FF2B5EF4-FFF2-40B4-BE49-F238E27FC236}">
                <a16:creationId xmlns:a16="http://schemas.microsoft.com/office/drawing/2014/main" id="{6D13A717-EA2B-9B45-8445-8D9316418D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89975" y="884729"/>
            <a:ext cx="2663824" cy="2476981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rgbClr val="1BAFA5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Tijdelijke aanduiding voor afbeelding 4">
            <a:extLst>
              <a:ext uri="{FF2B5EF4-FFF2-40B4-BE49-F238E27FC236}">
                <a16:creationId xmlns:a16="http://schemas.microsoft.com/office/drawing/2014/main" id="{7D7C4802-CD9A-BB4A-AC31-690A565CAD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00474" y="3477458"/>
            <a:ext cx="2663824" cy="2476981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rgbClr val="1BAFA5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Tijdelijke aanduiding voor afbeelding 4">
            <a:extLst>
              <a:ext uri="{FF2B5EF4-FFF2-40B4-BE49-F238E27FC236}">
                <a16:creationId xmlns:a16="http://schemas.microsoft.com/office/drawing/2014/main" id="{FEA4D1FA-0BCD-4545-996E-BE35B6174F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9975" y="3477458"/>
            <a:ext cx="2663824" cy="2476981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rgbClr val="1BAFA5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E9ACC32-D061-1CC8-8FF0-76C08ED3C3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449" y="6176962"/>
            <a:ext cx="2283211" cy="40391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2A8DE1BD-7370-5760-76AE-CD95EAA0AC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13119" y="6102222"/>
            <a:ext cx="1266339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96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213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en object">
    <p:bg>
      <p:bgPr>
        <a:solidFill>
          <a:srgbClr val="1B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65126"/>
            <a:ext cx="10621962" cy="669196"/>
          </a:xfrm>
        </p:spPr>
        <p:txBody>
          <a:bodyPr anchor="b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978701"/>
            <a:ext cx="10621962" cy="419826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7B0B464-37EA-FE46-1751-56F0C39758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96452" y="6176868"/>
            <a:ext cx="2283205" cy="403911"/>
          </a:xfrm>
          <a:prstGeom prst="rect">
            <a:avLst/>
          </a:prstGeom>
        </p:spPr>
      </p:pic>
      <p:pic>
        <p:nvPicPr>
          <p:cNvPr id="10" name="Afbeelding 9" descr="Afbeelding met Lettertype, logo, Graphics, tekst&#10;&#10;Automatisch gegenereerde beschrijving">
            <a:extLst>
              <a:ext uri="{FF2B5EF4-FFF2-40B4-BE49-F238E27FC236}">
                <a16:creationId xmlns:a16="http://schemas.microsoft.com/office/drawing/2014/main" id="{B4ADFBA0-7860-5BDF-EC4A-E400E396C0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13118" y="6102222"/>
            <a:ext cx="1266341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3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en object">
    <p:bg>
      <p:bgPr>
        <a:solidFill>
          <a:srgbClr val="1B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365126"/>
            <a:ext cx="10621962" cy="669196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780" y="1978701"/>
            <a:ext cx="4923020" cy="40029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49A8CB9-58A5-7C49-A11F-F4FCED917A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978701"/>
            <a:ext cx="5257800" cy="4002999"/>
          </a:xfrm>
          <a:pattFill prst="pct5">
            <a:fgClr>
              <a:srgbClr val="1BAFA5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3A299A3-7411-74EF-771A-F7EB3F8A26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96452" y="6176868"/>
            <a:ext cx="2283205" cy="403911"/>
          </a:xfrm>
          <a:prstGeom prst="rect">
            <a:avLst/>
          </a:prstGeom>
        </p:spPr>
      </p:pic>
      <p:pic>
        <p:nvPicPr>
          <p:cNvPr id="7" name="Afbeelding 6" descr="Afbeelding met Lettertype, logo, Graphics, tekst&#10;&#10;Automatisch gegenereerde beschrijving">
            <a:extLst>
              <a:ext uri="{FF2B5EF4-FFF2-40B4-BE49-F238E27FC236}">
                <a16:creationId xmlns:a16="http://schemas.microsoft.com/office/drawing/2014/main" id="{54A5474C-409B-2B16-A11E-01902CF1C6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13118" y="6102222"/>
            <a:ext cx="1266341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en object">
    <p:bg>
      <p:bgPr>
        <a:solidFill>
          <a:srgbClr val="1B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365126"/>
            <a:ext cx="10621962" cy="669196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0028"/>
            <a:ext cx="10515600" cy="217167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49A8CB9-58A5-7C49-A11F-F4FCED917A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691363"/>
            <a:ext cx="10515600" cy="1929045"/>
          </a:xfrm>
          <a:pattFill prst="pct5">
            <a:fgClr>
              <a:srgbClr val="1BAFA5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B2EBBBC-81CD-CD1C-A98B-DA1D569DD8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96452" y="6176868"/>
            <a:ext cx="2283205" cy="403911"/>
          </a:xfrm>
          <a:prstGeom prst="rect">
            <a:avLst/>
          </a:prstGeom>
        </p:spPr>
      </p:pic>
      <p:pic>
        <p:nvPicPr>
          <p:cNvPr id="7" name="Afbeelding 6" descr="Afbeelding met Lettertype, logo, Graphics, tekst&#10;&#10;Automatisch gegenereerde beschrijving">
            <a:extLst>
              <a:ext uri="{FF2B5EF4-FFF2-40B4-BE49-F238E27FC236}">
                <a16:creationId xmlns:a16="http://schemas.microsoft.com/office/drawing/2014/main" id="{1F0F8DC3-082E-8D12-B8CB-2BE17FD8CD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13118" y="6102222"/>
            <a:ext cx="1266341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77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en object">
    <p:bg>
      <p:bgPr>
        <a:solidFill>
          <a:srgbClr val="1B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2456529"/>
            <a:ext cx="4802529" cy="669196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</a:t>
            </a:r>
            <a:br>
              <a:rPr lang="nl-NL"/>
            </a:br>
            <a:r>
              <a:rPr lang="nl-NL"/>
              <a:t>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3782767"/>
            <a:ext cx="4027025" cy="217167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3155705"/>
            <a:ext cx="4802529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49A8CB9-58A5-7C49-A11F-F4FCED917A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00474" y="775505"/>
            <a:ext cx="2663824" cy="2653496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ijdelijke aanduiding voor afbeelding 4">
            <a:extLst>
              <a:ext uri="{FF2B5EF4-FFF2-40B4-BE49-F238E27FC236}">
                <a16:creationId xmlns:a16="http://schemas.microsoft.com/office/drawing/2014/main" id="{6D13A717-EA2B-9B45-8445-8D9316418D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89975" y="775505"/>
            <a:ext cx="2663824" cy="2653496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Tijdelijke aanduiding voor afbeelding 4">
            <a:extLst>
              <a:ext uri="{FF2B5EF4-FFF2-40B4-BE49-F238E27FC236}">
                <a16:creationId xmlns:a16="http://schemas.microsoft.com/office/drawing/2014/main" id="{858B4FB4-45A4-814C-B67B-F67D308F899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00474" y="3541855"/>
            <a:ext cx="2663824" cy="2653496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Tijdelijke aanduiding voor afbeelding 4">
            <a:extLst>
              <a:ext uri="{FF2B5EF4-FFF2-40B4-BE49-F238E27FC236}">
                <a16:creationId xmlns:a16="http://schemas.microsoft.com/office/drawing/2014/main" id="{09FC8DF2-0571-C740-A94A-6BAFB0BDB9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9975" y="3541855"/>
            <a:ext cx="2663824" cy="2653496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2C89214-1DEE-7A62-51B4-4D0545F4A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96452" y="6176868"/>
            <a:ext cx="2283205" cy="403911"/>
          </a:xfrm>
          <a:prstGeom prst="rect">
            <a:avLst/>
          </a:prstGeom>
        </p:spPr>
      </p:pic>
      <p:pic>
        <p:nvPicPr>
          <p:cNvPr id="7" name="Afbeelding 6" descr="Afbeelding met Lettertype, logo, Graphics, tekst&#10;&#10;Automatisch gegenereerde beschrijving">
            <a:extLst>
              <a:ext uri="{FF2B5EF4-FFF2-40B4-BE49-F238E27FC236}">
                <a16:creationId xmlns:a16="http://schemas.microsoft.com/office/drawing/2014/main" id="{D621123C-F2D1-AF9C-6FEB-49AC9BE3ED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13118" y="6102222"/>
            <a:ext cx="1266341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4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21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dia">
    <p:bg>
      <p:bgPr>
        <a:solidFill>
          <a:srgbClr val="1B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8C39E283-ED66-EA41-BF1D-78C19C3D75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57103" y="-59960"/>
            <a:ext cx="5295439" cy="6966673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ED0FD5F3-EA96-6D49-AA88-8F4ED6D1D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238" y="2665753"/>
            <a:ext cx="7872412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Eindslide</a:t>
            </a:r>
            <a:endParaRPr lang="en-GB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09517FF8-C3CB-6155-2DA0-7710747C14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6452" y="6176868"/>
            <a:ext cx="2283205" cy="403911"/>
          </a:xfrm>
          <a:prstGeom prst="rect">
            <a:avLst/>
          </a:prstGeom>
        </p:spPr>
      </p:pic>
      <p:pic>
        <p:nvPicPr>
          <p:cNvPr id="4" name="Afbeelding 3" descr="Afbeelding met Lettertype, logo, Graphics, tekst&#10;&#10;Automatisch gegenereerde beschrijving">
            <a:extLst>
              <a:ext uri="{FF2B5EF4-FFF2-40B4-BE49-F238E27FC236}">
                <a16:creationId xmlns:a16="http://schemas.microsoft.com/office/drawing/2014/main" id="{D6FF91C4-04EC-D465-C424-C69456B643A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13118" y="6102222"/>
            <a:ext cx="1266341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35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8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BE818D-F286-11DE-D7B2-D8B830AF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3DABF4-7ABA-C806-D5CB-933933EC0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03E59E0-3C8F-E004-7E95-7EDE5FCF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FE05-2254-4488-98D1-C4988B0E88F0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B1569C1-D4D0-B77B-F510-C5342E13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93A9EB2-5BB9-1410-B42F-FE2FE89B8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F165-5A61-4611-85DE-F13D917C6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7524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EAABB86-828A-1047-99B1-21351AFA4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65125"/>
            <a:ext cx="1062196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1DB8CFE-7874-B041-8C21-A04AEE5E5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825625"/>
            <a:ext cx="106219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869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8" r:id="rId5"/>
    <p:sldLayoutId id="2147483650" r:id="rId6"/>
    <p:sldLayoutId id="2147483673" r:id="rId7"/>
    <p:sldLayoutId id="2147483664" r:id="rId8"/>
    <p:sldLayoutId id="2147483671" r:id="rId9"/>
    <p:sldLayoutId id="2147483674" r:id="rId10"/>
    <p:sldLayoutId id="2147483667" r:id="rId11"/>
    <p:sldLayoutId id="2147483669" r:id="rId12"/>
    <p:sldLayoutId id="2147483672" r:id="rId13"/>
    <p:sldLayoutId id="2147483675" r:id="rId14"/>
    <p:sldLayoutId id="214748367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4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crisiscentrum.be/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9CEF57-8524-41FE-A33D-A35FB3EC9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0780" y="-1"/>
            <a:ext cx="9784345" cy="3219189"/>
          </a:xfrm>
        </p:spPr>
        <p:txBody>
          <a:bodyPr>
            <a:noAutofit/>
          </a:bodyPr>
          <a:lstStyle/>
          <a:p>
            <a:r>
              <a:rPr lang="en-US" sz="4800" dirty="0"/>
              <a:t>Disaster data: OSM POI data with stable IDs for emergency planning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5D2E7F3-898A-41BE-912D-78267C95B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3257" y="3219188"/>
            <a:ext cx="1881868" cy="9162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nl-BE" i="1" dirty="0"/>
              <a:t>14/11/2025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4942E9-272D-CDCC-5C98-DABC43D66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6103894"/>
            <a:ext cx="28194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345C0958-C8A9-F5DE-0FC0-B98335E92DCA}"/>
              </a:ext>
            </a:extLst>
          </p:cNvPr>
          <p:cNvSpPr txBox="1"/>
          <p:nvPr/>
        </p:nvSpPr>
        <p:spPr>
          <a:xfrm>
            <a:off x="1937658" y="3503838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how the NCCN uses OSM &amp; authentic sources in Paragon</a:t>
            </a:r>
          </a:p>
        </p:txBody>
      </p:sp>
    </p:spTree>
    <p:extLst>
      <p:ext uri="{BB962C8B-B14F-4D97-AF65-F5344CB8AC3E}">
        <p14:creationId xmlns:p14="http://schemas.microsoft.com/office/powerpoint/2010/main" val="868629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03F20F-EADD-C2D9-C5AC-0253CAD5D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What</a:t>
            </a:r>
            <a:r>
              <a:rPr lang="nl-BE" dirty="0"/>
              <a:t> is Paragon?</a:t>
            </a:r>
            <a:endParaRPr lang="en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69CC16-A0E0-AEED-8853-8A54ED65D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What is a security platform? </a:t>
            </a:r>
          </a:p>
          <a:p>
            <a:pPr marL="971550" lvl="1" indent="-285750"/>
            <a:r>
              <a:rPr lang="en-GB" sz="2000" dirty="0"/>
              <a:t>Cooperation between </a:t>
            </a:r>
            <a:r>
              <a:rPr lang="en-US" sz="2000" dirty="0"/>
              <a:t>police, fire fighters, </a:t>
            </a:r>
            <a:br>
              <a:rPr lang="en-US" sz="2000" dirty="0"/>
            </a:br>
            <a:r>
              <a:rPr lang="en-US" sz="2000" dirty="0"/>
              <a:t>medical staff, logistics and communication</a:t>
            </a:r>
            <a:endParaRPr lang="en-GB" sz="2000" dirty="0"/>
          </a:p>
          <a:p>
            <a:pPr marL="971550" lvl="1" indent="-285750"/>
            <a:r>
              <a:rPr lang="en-GB" sz="2000" dirty="0"/>
              <a:t>Crisis/national preparation + Crisis management</a:t>
            </a:r>
          </a:p>
          <a:p>
            <a:pPr marL="971550" lvl="1" indent="-285750"/>
            <a:r>
              <a:rPr lang="en-GB" sz="2000" dirty="0"/>
              <a:t> + Database of emergency plans </a:t>
            </a:r>
          </a:p>
          <a:p>
            <a:pPr marL="971550" lvl="1" indent="-285750"/>
            <a:endParaRPr lang="en-GB" sz="2000" dirty="0"/>
          </a:p>
          <a:p>
            <a:pPr marL="971550" lvl="1" indent="-285750"/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Tackle a crisis as soon as possible! </a:t>
            </a:r>
          </a:p>
          <a:p>
            <a:pPr marL="971550" lvl="1" indent="-285750"/>
            <a:endParaRPr lang="en-BE" sz="20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4FC8227-652A-FC6E-6034-697C3C85E5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BE" dirty="0"/>
              <a:t>National security platform</a:t>
            </a:r>
            <a:endParaRPr lang="en-BE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92C3CD5-13EB-FD14-973E-31F82AB48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6164261"/>
            <a:ext cx="28194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 descr="Risk cycle - Crisiscenter">
            <a:extLst>
              <a:ext uri="{FF2B5EF4-FFF2-40B4-BE49-F238E27FC236}">
                <a16:creationId xmlns:a16="http://schemas.microsoft.com/office/drawing/2014/main" id="{985CBC90-EDC3-28B9-DE19-9CEEA01A6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901" y="1725930"/>
            <a:ext cx="4064899" cy="355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72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C084AA-723F-2B0F-1CA7-39AA525AE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 Paragon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76A9AB-6103-0B48-46D3-7D368E5CA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Multiple basemaps (default OSM tiles)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Overlays with Anchors (POIs) which can be interacted with &amp; can be linked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Emergency Plans containing locations &amp; contacts that might become relevant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Cases get ad hoc Anchors or re-use existing 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65377D2-B694-923F-E710-9CB7AB7A23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Map-centric interface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4314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176EE-EEFC-5961-7F71-5C4A5237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AF6ED9-ACA7-7458-930E-7B37EB29D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POI data in paragon</a:t>
            </a:r>
            <a:endParaRPr lang="nl-NL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43C8859D-7F42-DF06-DC26-2CB57CB7A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365" y="2620863"/>
            <a:ext cx="4552766" cy="943119"/>
          </a:xfrm>
        </p:spPr>
        <p:txBody>
          <a:bodyPr>
            <a:normAutofit/>
          </a:bodyPr>
          <a:lstStyle/>
          <a:p>
            <a:r>
              <a:rPr lang="en-US" sz="3200" dirty="0"/>
              <a:t>Using official data?</a:t>
            </a:r>
            <a:endParaRPr lang="en-US" sz="4000" dirty="0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6FD39ECD-8CDE-88AA-5ED6-63A5AB412E3D}"/>
              </a:ext>
            </a:extLst>
          </p:cNvPr>
          <p:cNvSpPr txBox="1">
            <a:spLocks/>
          </p:cNvSpPr>
          <p:nvPr/>
        </p:nvSpPr>
        <p:spPr>
          <a:xfrm>
            <a:off x="3868196" y="4105833"/>
            <a:ext cx="5364162" cy="118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Or using publicly crowdsourced data?</a:t>
            </a:r>
            <a:endParaRPr lang="nl-NL" sz="4000" dirty="0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B283D70B-9D17-EEA5-5C6A-D1537B283AC3}"/>
              </a:ext>
            </a:extLst>
          </p:cNvPr>
          <p:cNvSpPr txBox="1">
            <a:spLocks/>
          </p:cNvSpPr>
          <p:nvPr/>
        </p:nvSpPr>
        <p:spPr>
          <a:xfrm>
            <a:off x="1153869" y="1938861"/>
            <a:ext cx="3989631" cy="8133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Using the data our own users generate?</a:t>
            </a:r>
            <a:endParaRPr lang="nl-NL" sz="4000" dirty="0"/>
          </a:p>
        </p:txBody>
      </p:sp>
    </p:spTree>
    <p:extLst>
      <p:ext uri="{BB962C8B-B14F-4D97-AF65-F5344CB8AC3E}">
        <p14:creationId xmlns:p14="http://schemas.microsoft.com/office/powerpoint/2010/main" val="407930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082C-11BB-6150-9F5A-3C438838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13ACEC-09A2-3A63-B213-36BC7191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SOURCES TO USE?</a:t>
            </a:r>
            <a:endParaRPr lang="nl-NL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9403DCE1-3F4A-5043-69E5-631E78B8409C}"/>
              </a:ext>
            </a:extLst>
          </p:cNvPr>
          <p:cNvSpPr txBox="1">
            <a:spLocks/>
          </p:cNvSpPr>
          <p:nvPr/>
        </p:nvSpPr>
        <p:spPr>
          <a:xfrm>
            <a:off x="2736911" y="1034322"/>
            <a:ext cx="6611815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i="1" dirty="0"/>
              <a:t>Why use official data?</a:t>
            </a:r>
            <a:endParaRPr lang="nl-NL" sz="3200" i="1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1FCEA714-C5F1-FBC2-2514-168531F6A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2822331"/>
            <a:ext cx="5364162" cy="2925326"/>
          </a:xfrm>
        </p:spPr>
        <p:txBody>
          <a:bodyPr>
            <a:normAutofit/>
          </a:bodyPr>
          <a:lstStyle/>
          <a:p>
            <a:r>
              <a:rPr lang="en-US" sz="2400" dirty="0"/>
              <a:t>Strength</a:t>
            </a:r>
          </a:p>
          <a:p>
            <a:pPr lvl="1"/>
            <a:r>
              <a:rPr lang="en-US" sz="3200" dirty="0"/>
              <a:t>Complete*</a:t>
            </a:r>
          </a:p>
          <a:p>
            <a:pPr lvl="1"/>
            <a:r>
              <a:rPr lang="en-US" sz="3200" dirty="0"/>
              <a:t>Standardized (within the region)</a:t>
            </a:r>
          </a:p>
          <a:p>
            <a:pPr lvl="1"/>
            <a:r>
              <a:rPr lang="en-US" sz="3200" dirty="0"/>
              <a:t>Standardized update cycle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0EFC4F0D-412F-F4C6-C728-2979028AE3EF}"/>
              </a:ext>
            </a:extLst>
          </p:cNvPr>
          <p:cNvSpPr txBox="1">
            <a:spLocks/>
          </p:cNvSpPr>
          <p:nvPr/>
        </p:nvSpPr>
        <p:spPr>
          <a:xfrm>
            <a:off x="6435549" y="2822330"/>
            <a:ext cx="5364162" cy="403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Weakness</a:t>
            </a:r>
          </a:p>
          <a:p>
            <a:pPr lvl="1"/>
            <a:r>
              <a:rPr lang="en-US" sz="3200" dirty="0"/>
              <a:t>Administrative reality</a:t>
            </a:r>
          </a:p>
          <a:p>
            <a:pPr lvl="1"/>
            <a:r>
              <a:rPr lang="en-US" sz="3200" dirty="0"/>
              <a:t>Different between regions</a:t>
            </a:r>
          </a:p>
          <a:p>
            <a:pPr lvl="1"/>
            <a:r>
              <a:rPr lang="en-US" sz="3200" dirty="0"/>
              <a:t>Slow update cycle</a:t>
            </a:r>
          </a:p>
          <a:p>
            <a:pPr lvl="1"/>
            <a:r>
              <a:rPr lang="en-US" sz="3200" dirty="0"/>
              <a:t>Geocoded address</a:t>
            </a:r>
          </a:p>
          <a:p>
            <a:pPr lvl="1"/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302959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616A5-1EEE-8264-EC58-44E5F225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DDE54-6164-3078-7290-514F68783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SOURCES TO USE?</a:t>
            </a:r>
            <a:endParaRPr lang="nl-NL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401A82DA-3B26-8390-735E-52080F10D161}"/>
              </a:ext>
            </a:extLst>
          </p:cNvPr>
          <p:cNvSpPr txBox="1">
            <a:spLocks/>
          </p:cNvSpPr>
          <p:nvPr/>
        </p:nvSpPr>
        <p:spPr>
          <a:xfrm>
            <a:off x="2790092" y="411032"/>
            <a:ext cx="867007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/>
              <a:t>Why use OpenStreetMap data?</a:t>
            </a:r>
            <a:endParaRPr lang="nl-NL" sz="3200" i="1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D5DFDBAA-B867-B1C3-1305-B8B8CF5A8892}"/>
              </a:ext>
            </a:extLst>
          </p:cNvPr>
          <p:cNvSpPr txBox="1">
            <a:spLocks/>
          </p:cNvSpPr>
          <p:nvPr/>
        </p:nvSpPr>
        <p:spPr>
          <a:xfrm>
            <a:off x="731838" y="2095630"/>
            <a:ext cx="500493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Strength</a:t>
            </a:r>
          </a:p>
          <a:p>
            <a:pPr lvl="1"/>
            <a:r>
              <a:rPr lang="en-US" sz="3600" dirty="0"/>
              <a:t>Detailed polygons</a:t>
            </a:r>
          </a:p>
          <a:p>
            <a:pPr lvl="1"/>
            <a:r>
              <a:rPr lang="en-US" sz="3600" dirty="0"/>
              <a:t>As you see it in reality</a:t>
            </a:r>
          </a:p>
          <a:p>
            <a:pPr lvl="1"/>
            <a:r>
              <a:rPr lang="en-US" sz="3600" dirty="0"/>
              <a:t>Continuous updates</a:t>
            </a:r>
          </a:p>
          <a:p>
            <a:pPr lvl="1"/>
            <a:r>
              <a:rPr lang="en-US" sz="3600" dirty="0"/>
              <a:t>Precise geometry</a:t>
            </a:r>
          </a:p>
          <a:p>
            <a:pPr lvl="1"/>
            <a:r>
              <a:rPr lang="en-US" sz="3600" dirty="0"/>
              <a:t>Global data model (with local “dialects”)</a:t>
            </a:r>
          </a:p>
          <a:p>
            <a:pPr lvl="1"/>
            <a:endParaRPr lang="nl-NL" sz="3600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D54B2075-880B-957D-09AC-57F5061844B1}"/>
              </a:ext>
            </a:extLst>
          </p:cNvPr>
          <p:cNvSpPr txBox="1">
            <a:spLocks/>
          </p:cNvSpPr>
          <p:nvPr/>
        </p:nvSpPr>
        <p:spPr>
          <a:xfrm>
            <a:off x="6175131" y="2141536"/>
            <a:ext cx="6096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Weakness</a:t>
            </a:r>
          </a:p>
          <a:p>
            <a:pPr lvl="1"/>
            <a:r>
              <a:rPr lang="en-US" sz="3200" dirty="0"/>
              <a:t>Limited on attributes (e.g. contact details)</a:t>
            </a:r>
          </a:p>
          <a:p>
            <a:pPr lvl="1"/>
            <a:r>
              <a:rPr lang="en-US" sz="3200" dirty="0"/>
              <a:t>Unstructured maintenance process</a:t>
            </a:r>
          </a:p>
          <a:p>
            <a:pPr lvl="1"/>
            <a:r>
              <a:rPr lang="en-US" sz="3200" dirty="0"/>
              <a:t>Completeness and detail very variable between places</a:t>
            </a:r>
          </a:p>
          <a:p>
            <a:pPr lvl="1"/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325890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D3204-8E71-82D9-AB7A-13BED1ABD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6E56C6-A003-FACF-8549-721D760D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SOURCES TO USE?</a:t>
            </a:r>
            <a:endParaRPr lang="nl-NL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DD025CFE-1883-F784-DB90-86C652B8A2CE}"/>
              </a:ext>
            </a:extLst>
          </p:cNvPr>
          <p:cNvSpPr txBox="1">
            <a:spLocks/>
          </p:cNvSpPr>
          <p:nvPr/>
        </p:nvSpPr>
        <p:spPr>
          <a:xfrm>
            <a:off x="2790092" y="411032"/>
            <a:ext cx="867007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/>
              <a:t>Por que no </a:t>
            </a:r>
            <a:r>
              <a:rPr lang="en-US" sz="3200" dirty="0" err="1"/>
              <a:t>los</a:t>
            </a:r>
            <a:r>
              <a:rPr lang="en-US" sz="3200" dirty="0"/>
              <a:t> dos?</a:t>
            </a:r>
            <a:endParaRPr lang="nl-NL" sz="32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9E1D4C-4686-029E-1479-36B5C0A44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62535" y="1782501"/>
            <a:ext cx="7217247" cy="507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9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D27E1-A4A9-4072-FDCA-C58C87C44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65125"/>
            <a:ext cx="10621962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Filtering: sports example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993838B-D569-51A3-A6BE-788B04A6B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069" y="1825625"/>
            <a:ext cx="5892822" cy="4351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with all sports related facilities (N: 240.047)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private pools (N: 202.324)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tracks &amp; pitches without a name (N: 63.488)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amenities used in other processes </a:t>
            </a:r>
            <a:br>
              <a:rPr lang="en-US" dirty="0"/>
            </a:br>
            <a:r>
              <a:rPr lang="en-US" dirty="0"/>
              <a:t>(N: 63.354)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Merge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overlapping features’ info on </a:t>
            </a:r>
            <a:r>
              <a:rPr lang="nl-NL" dirty="0" err="1"/>
              <a:t>outer</a:t>
            </a:r>
            <a:r>
              <a:rPr lang="nl-NL" dirty="0"/>
              <a:t> </a:t>
            </a:r>
            <a:r>
              <a:rPr lang="nl-NL" dirty="0" err="1"/>
              <a:t>polygon</a:t>
            </a:r>
            <a:r>
              <a:rPr lang="nl-NL" dirty="0"/>
              <a:t> (N: 56.295)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still</a:t>
            </a:r>
            <a:r>
              <a:rPr lang="nl-NL" dirty="0"/>
              <a:t> no name (N: 34.225)</a:t>
            </a:r>
          </a:p>
        </p:txBody>
      </p:sp>
      <p:pic>
        <p:nvPicPr>
          <p:cNvPr id="5" name="Afbeelding 4" descr="Afbeelding met Plan, kaart, tekst&#10;&#10;Door AI gegenereerde inhoud is mogelijk onjuist.">
            <a:extLst>
              <a:ext uri="{FF2B5EF4-FFF2-40B4-BE49-F238E27FC236}">
                <a16:creationId xmlns:a16="http://schemas.microsoft.com/office/drawing/2014/main" id="{34125D10-BA15-DD67-ADB0-3E4E06898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20" r="-3" b="9925"/>
          <a:stretch>
            <a:fillRect/>
          </a:stretch>
        </p:blipFill>
        <p:spPr>
          <a:xfrm>
            <a:off x="731838" y="1825625"/>
            <a:ext cx="5215731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80459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04FC9-C333-ABC3-E37C-5E3CF2C5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270" y="1643605"/>
            <a:ext cx="2446791" cy="832304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Anchor source </a:t>
            </a:r>
            <a:br>
              <a:rPr lang="en-US" sz="4400" dirty="0"/>
            </a:br>
            <a:r>
              <a:rPr lang="en-US" sz="4400" dirty="0"/>
              <a:t>types</a:t>
            </a:r>
            <a:endParaRPr lang="nl-NL" sz="440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7D84B4-AB07-FC03-7918-E7277A08E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6" y="1120896"/>
            <a:ext cx="3676876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OFFICIAL DATA ONLY</a:t>
            </a:r>
          </a:p>
          <a:p>
            <a:r>
              <a:rPr lang="en-US" i="1" dirty="0"/>
              <a:t>Seveso sites</a:t>
            </a:r>
          </a:p>
          <a:p>
            <a:r>
              <a:rPr lang="en-US" dirty="0"/>
              <a:t>Pipelines</a:t>
            </a:r>
          </a:p>
          <a:p>
            <a:r>
              <a:rPr lang="en-US" dirty="0"/>
              <a:t>Nuclear installations</a:t>
            </a:r>
          </a:p>
          <a:p>
            <a:r>
              <a:rPr lang="nl-NL" i="1" dirty="0" err="1"/>
              <a:t>Seaports</a:t>
            </a:r>
            <a:endParaRPr lang="nl-NL" i="1" dirty="0"/>
          </a:p>
          <a:p>
            <a:r>
              <a:rPr lang="nl-NL" i="1" dirty="0"/>
              <a:t>Bus &amp; tram </a:t>
            </a:r>
            <a:r>
              <a:rPr lang="nl-NL" i="1" dirty="0" err="1"/>
              <a:t>stops</a:t>
            </a:r>
            <a:endParaRPr lang="nl-NL" i="1" dirty="0"/>
          </a:p>
          <a:p>
            <a:r>
              <a:rPr lang="nl-NL" i="1" dirty="0"/>
              <a:t>Town halls</a:t>
            </a:r>
          </a:p>
          <a:p>
            <a:r>
              <a:rPr lang="nl-NL" i="1" dirty="0" err="1"/>
              <a:t>Nurseries</a:t>
            </a:r>
            <a:endParaRPr lang="nl-NL" i="1" dirty="0"/>
          </a:p>
          <a:p>
            <a:r>
              <a:rPr lang="nl-NL" i="1" dirty="0" err="1"/>
              <a:t>Asylum</a:t>
            </a:r>
            <a:r>
              <a:rPr lang="nl-NL" i="1" dirty="0"/>
              <a:t> </a:t>
            </a:r>
            <a:r>
              <a:rPr lang="nl-NL" i="1" dirty="0" err="1"/>
              <a:t>reception</a:t>
            </a:r>
            <a:endParaRPr lang="nl-NL" i="1" dirty="0"/>
          </a:p>
          <a:p>
            <a:r>
              <a:rPr lang="nl-NL" i="1" dirty="0"/>
              <a:t>Water sensors</a:t>
            </a:r>
          </a:p>
          <a:p>
            <a:r>
              <a:rPr lang="nl-NL" dirty="0"/>
              <a:t>Nuclear </a:t>
            </a:r>
            <a:r>
              <a:rPr lang="nl-NL" dirty="0" err="1"/>
              <a:t>radiation</a:t>
            </a:r>
            <a:r>
              <a:rPr lang="nl-NL" dirty="0"/>
              <a:t> sensors</a:t>
            </a:r>
          </a:p>
          <a:p>
            <a:r>
              <a:rPr lang="nl-NL" i="1" dirty="0" err="1"/>
              <a:t>Rivers</a:t>
            </a:r>
            <a:endParaRPr lang="nl-NL" i="1" dirty="0"/>
          </a:p>
          <a:p>
            <a:r>
              <a:rPr lang="nl-NL" dirty="0"/>
              <a:t>Summer </a:t>
            </a:r>
            <a:r>
              <a:rPr lang="nl-NL" dirty="0" err="1"/>
              <a:t>camps</a:t>
            </a:r>
            <a:endParaRPr lang="nl-NL" dirty="0"/>
          </a:p>
          <a:p>
            <a:r>
              <a:rPr lang="nl-NL" i="1" dirty="0"/>
              <a:t>High voltage </a:t>
            </a:r>
            <a:r>
              <a:rPr lang="nl-NL" i="1" dirty="0" err="1"/>
              <a:t>pylons</a:t>
            </a:r>
            <a:endParaRPr lang="nl-NL" i="1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DB9A720B-8F62-AFA1-FE1F-1AFAE9332D4A}"/>
              </a:ext>
            </a:extLst>
          </p:cNvPr>
          <p:cNvSpPr txBox="1">
            <a:spLocks/>
          </p:cNvSpPr>
          <p:nvPr/>
        </p:nvSpPr>
        <p:spPr>
          <a:xfrm>
            <a:off x="9010874" y="671332"/>
            <a:ext cx="2713040" cy="58757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OSM ONLY</a:t>
            </a:r>
          </a:p>
          <a:p>
            <a:r>
              <a:rPr lang="en-US" dirty="0"/>
              <a:t>Hospitals*</a:t>
            </a:r>
          </a:p>
          <a:p>
            <a:r>
              <a:rPr lang="en-US" dirty="0" err="1"/>
              <a:t>Firestations</a:t>
            </a:r>
            <a:r>
              <a:rPr lang="en-US" dirty="0"/>
              <a:t>*</a:t>
            </a:r>
          </a:p>
          <a:p>
            <a:r>
              <a:rPr lang="en-US" dirty="0"/>
              <a:t>Airports*</a:t>
            </a:r>
          </a:p>
          <a:p>
            <a:r>
              <a:rPr lang="en-US" dirty="0"/>
              <a:t>Prisons*</a:t>
            </a:r>
          </a:p>
          <a:p>
            <a:r>
              <a:rPr lang="en-US" dirty="0"/>
              <a:t>Cultural </a:t>
            </a:r>
            <a:r>
              <a:rPr lang="en-US" dirty="0" err="1"/>
              <a:t>centres</a:t>
            </a:r>
            <a:r>
              <a:rPr lang="en-US" dirty="0"/>
              <a:t>*</a:t>
            </a:r>
          </a:p>
          <a:p>
            <a:r>
              <a:rPr lang="en-US" dirty="0"/>
              <a:t>Sports</a:t>
            </a:r>
          </a:p>
          <a:p>
            <a:r>
              <a:rPr lang="en-US" dirty="0"/>
              <a:t>Religious buildings</a:t>
            </a:r>
          </a:p>
          <a:p>
            <a:r>
              <a:rPr lang="en-US" dirty="0"/>
              <a:t>Train stations</a:t>
            </a:r>
          </a:p>
          <a:p>
            <a:r>
              <a:rPr lang="en-US" dirty="0"/>
              <a:t>Metro stations</a:t>
            </a:r>
          </a:p>
          <a:p>
            <a:r>
              <a:rPr lang="en-US" dirty="0"/>
              <a:t>Wind turbines*</a:t>
            </a:r>
          </a:p>
          <a:p>
            <a:r>
              <a:rPr lang="en-US" dirty="0"/>
              <a:t>Asylum detention*</a:t>
            </a:r>
          </a:p>
          <a:p>
            <a:r>
              <a:rPr lang="en-US" dirty="0"/>
              <a:t>Locks &amp; dams</a:t>
            </a:r>
          </a:p>
          <a:p>
            <a:r>
              <a:rPr lang="en-US" dirty="0"/>
              <a:t>Civil protection</a:t>
            </a:r>
          </a:p>
          <a:p>
            <a:r>
              <a:rPr lang="en-US" dirty="0"/>
              <a:t>Shopping malls</a:t>
            </a:r>
          </a:p>
          <a:p>
            <a:r>
              <a:rPr lang="en-US" dirty="0"/>
              <a:t>Power stations</a:t>
            </a:r>
          </a:p>
          <a:p>
            <a:r>
              <a:rPr lang="en-US" dirty="0"/>
              <a:t>High voltage lines</a:t>
            </a:r>
          </a:p>
          <a:p>
            <a:endParaRPr lang="en-US" dirty="0"/>
          </a:p>
          <a:p>
            <a:endParaRPr lang="en-US" dirty="0"/>
          </a:p>
          <a:p>
            <a:endParaRPr lang="nl-NL" dirty="0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C48446A5-A257-D2E1-0F66-10BDF324F280}"/>
              </a:ext>
            </a:extLst>
          </p:cNvPr>
          <p:cNvSpPr txBox="1">
            <a:spLocks/>
          </p:cNvSpPr>
          <p:nvPr/>
        </p:nvSpPr>
        <p:spPr>
          <a:xfrm>
            <a:off x="5066281" y="2992207"/>
            <a:ext cx="2446791" cy="2110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MIXED DATA</a:t>
            </a:r>
          </a:p>
          <a:p>
            <a:r>
              <a:rPr lang="en-US" dirty="0"/>
              <a:t>Schools</a:t>
            </a:r>
          </a:p>
          <a:p>
            <a:r>
              <a:rPr lang="en-US" dirty="0"/>
              <a:t>Police stations</a:t>
            </a:r>
          </a:p>
          <a:p>
            <a:r>
              <a:rPr lang="en-US" dirty="0"/>
              <a:t>Care for the disabled</a:t>
            </a:r>
          </a:p>
          <a:p>
            <a:r>
              <a:rPr lang="en-US" dirty="0"/>
              <a:t>Nursing homes</a:t>
            </a:r>
          </a:p>
        </p:txBody>
      </p:sp>
    </p:spTree>
    <p:extLst>
      <p:ext uri="{BB962C8B-B14F-4D97-AF65-F5344CB8AC3E}">
        <p14:creationId xmlns:p14="http://schemas.microsoft.com/office/powerpoint/2010/main" val="2221780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46905-8269-42A0-5F0A-8B9A6AA1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752B3B-D5C7-17DF-35F3-0B87082C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 management problem</a:t>
            </a:r>
            <a:endParaRPr lang="nl-NL" dirty="0"/>
          </a:p>
        </p:txBody>
      </p:sp>
      <p:pic>
        <p:nvPicPr>
          <p:cNvPr id="7" name="Tijdelijke aanduiding voor inhoud 4">
            <a:extLst>
              <a:ext uri="{FF2B5EF4-FFF2-40B4-BE49-F238E27FC236}">
                <a16:creationId xmlns:a16="http://schemas.microsoft.com/office/drawing/2014/main" id="{3956FF74-57AE-FFAE-7414-626E654D5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8239" y="1503179"/>
            <a:ext cx="9281413" cy="439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8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9BE8A-0DF3-853A-9E6A-8FDB98690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275E45-81A4-8F53-0ED3-9E78C895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POI data in paragon</a:t>
            </a:r>
            <a:endParaRPr lang="nl-N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EC676B-B4BC-7219-8E6F-798C68563FE7}"/>
              </a:ext>
            </a:extLst>
          </p:cNvPr>
          <p:cNvSpPr txBox="1">
            <a:spLocks/>
          </p:cNvSpPr>
          <p:nvPr/>
        </p:nvSpPr>
        <p:spPr>
          <a:xfrm>
            <a:off x="7116562" y="4832068"/>
            <a:ext cx="5257800" cy="332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Need for stable IDs!</a:t>
            </a:r>
            <a:endParaRPr lang="en-BE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6521B9C-E3C7-B507-4F8C-75639441BAB9}"/>
              </a:ext>
            </a:extLst>
          </p:cNvPr>
          <p:cNvSpPr txBox="1">
            <a:spLocks/>
          </p:cNvSpPr>
          <p:nvPr/>
        </p:nvSpPr>
        <p:spPr>
          <a:xfrm>
            <a:off x="530390" y="2432793"/>
            <a:ext cx="4189071" cy="996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Anchors are for linking</a:t>
            </a:r>
            <a:endParaRPr lang="en-BE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180BD18-58E6-F0A4-02E2-E04424E31E08}"/>
              </a:ext>
            </a:extLst>
          </p:cNvPr>
          <p:cNvSpPr txBox="1">
            <a:spLocks/>
          </p:cNvSpPr>
          <p:nvPr/>
        </p:nvSpPr>
        <p:spPr>
          <a:xfrm>
            <a:off x="3796604" y="3575081"/>
            <a:ext cx="4780346" cy="99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Add location to your Cases &amp; Emergency Plans</a:t>
            </a:r>
            <a:endParaRPr lang="en-BE" sz="3200" dirty="0"/>
          </a:p>
        </p:txBody>
      </p:sp>
    </p:spTree>
    <p:extLst>
      <p:ext uri="{BB962C8B-B14F-4D97-AF65-F5344CB8AC3E}">
        <p14:creationId xmlns:p14="http://schemas.microsoft.com/office/powerpoint/2010/main" val="272634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3B0E20-FC48-B556-92CA-57D7494F2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95" y="258493"/>
            <a:ext cx="10621962" cy="669196"/>
          </a:xfrm>
        </p:spPr>
        <p:txBody>
          <a:bodyPr/>
          <a:lstStyle/>
          <a:p>
            <a:r>
              <a:rPr lang="en-US" dirty="0"/>
              <a:t>The UNIQUE ID problem</a:t>
            </a:r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F04F83DC-9ED9-D585-FC93-85524570B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89" y="927689"/>
            <a:ext cx="10260421" cy="513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4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9364F-6D73-3D11-E803-1418BC848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CD6C7-A6E0-C1AF-BFB0-B12DDC9A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95" y="258493"/>
            <a:ext cx="10621962" cy="669196"/>
          </a:xfrm>
        </p:spPr>
        <p:txBody>
          <a:bodyPr/>
          <a:lstStyle/>
          <a:p>
            <a:r>
              <a:rPr lang="en-US" dirty="0"/>
              <a:t>THE DATA QUALITY PROBLEM</a:t>
            </a:r>
            <a:endParaRPr lang="nl-NL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E3B0E159-6D4C-9F0C-DFB6-920CEE5C5C31}"/>
              </a:ext>
            </a:extLst>
          </p:cNvPr>
          <p:cNvSpPr txBox="1">
            <a:spLocks/>
          </p:cNvSpPr>
          <p:nvPr/>
        </p:nvSpPr>
        <p:spPr>
          <a:xfrm>
            <a:off x="2261701" y="1261941"/>
            <a:ext cx="1062196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Working on better data</a:t>
            </a:r>
            <a:endParaRPr lang="nl-NL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120749DA-0211-9EA7-92D0-EDA483E53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961" y="3285758"/>
            <a:ext cx="8338039" cy="21531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With official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With the OSM community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56977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A9291-8BC9-4AA1-C8D3-01CE7D17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3FAE8C0-E3CC-A5C1-1276-746CC89E5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405EA13-07CA-F616-F32F-366EE072E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71" y="0"/>
            <a:ext cx="10716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67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A5B1C-1497-E6E5-50EA-4993C39CA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OSM projects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E4E5CE2-B732-4836-FE31-A66181CE8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Review all </a:t>
            </a:r>
            <a:r>
              <a:rPr lang="en-US" sz="2400" dirty="0" err="1"/>
              <a:t>firestations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Check police stations not in official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Cultural center fixup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Hospitals</a:t>
            </a:r>
          </a:p>
          <a:p>
            <a:pPr marL="971550" lvl="1" indent="-285750"/>
            <a:r>
              <a:rPr lang="en-US" dirty="0"/>
              <a:t>Check completeness &amp; add official IDs</a:t>
            </a:r>
          </a:p>
          <a:p>
            <a:pPr marL="971550" lvl="1" indent="-285750"/>
            <a:r>
              <a:rPr lang="en-US" dirty="0"/>
              <a:t>Standardize heliports</a:t>
            </a:r>
          </a:p>
          <a:p>
            <a:pPr marL="971550" lvl="1" indent="-285750"/>
            <a:r>
              <a:rPr lang="en-US" dirty="0"/>
              <a:t>Add emergency ward entrances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400" dirty="0"/>
              <a:t>Schools: sites without a name, </a:t>
            </a:r>
            <a:r>
              <a:rPr lang="nl-NL" sz="2400" dirty="0" err="1"/>
              <a:t>add</a:t>
            </a:r>
            <a:r>
              <a:rPr lang="nl-NL" sz="2400" dirty="0"/>
              <a:t> missing schools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400" dirty="0" err="1"/>
              <a:t>Places</a:t>
            </a:r>
            <a:r>
              <a:rPr lang="nl-NL" sz="2400" dirty="0"/>
              <a:t> of </a:t>
            </a:r>
            <a:r>
              <a:rPr lang="nl-NL" sz="2400" dirty="0" err="1"/>
              <a:t>worship</a:t>
            </a:r>
            <a:r>
              <a:rPr lang="nl-NL" sz="2400" dirty="0"/>
              <a:t>: filtering out </a:t>
            </a:r>
            <a:r>
              <a:rPr lang="nl-NL" sz="2400" dirty="0" err="1"/>
              <a:t>the</a:t>
            </a:r>
            <a:r>
              <a:rPr lang="nl-NL" sz="2400" dirty="0"/>
              <a:t> small stuff</a:t>
            </a:r>
          </a:p>
        </p:txBody>
      </p:sp>
    </p:spTree>
    <p:extLst>
      <p:ext uri="{BB962C8B-B14F-4D97-AF65-F5344CB8AC3E}">
        <p14:creationId xmlns:p14="http://schemas.microsoft.com/office/powerpoint/2010/main" val="4004003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ED24D2-8D3D-73F5-65F4-B85FD7DA4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8" y="136526"/>
            <a:ext cx="10621962" cy="615950"/>
          </a:xfrm>
        </p:spPr>
        <p:txBody>
          <a:bodyPr/>
          <a:lstStyle/>
          <a:p>
            <a:r>
              <a:rPr lang="en-US" dirty="0" err="1"/>
              <a:t>MapRoulette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296701-A5C5-AED2-EE57-A66CA556F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" y="919163"/>
            <a:ext cx="3049587" cy="44862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Turn all issues into microtasks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management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 big challenge, over 1500 tasks finished = 254 hours of work = two months FTE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4D724C3-398C-72FC-6B42-3FE318C7D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461" y="752476"/>
            <a:ext cx="8991989" cy="570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24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E17C0D-D38A-A2B5-D505-DDB67B1D5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65125"/>
            <a:ext cx="10621962" cy="725121"/>
          </a:xfrm>
        </p:spPr>
        <p:txBody>
          <a:bodyPr/>
          <a:lstStyle/>
          <a:p>
            <a:r>
              <a:rPr lang="en-US" dirty="0"/>
              <a:t>Common mistakes – mapping for the render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7EC46194-1221-9E7A-DEF5-63398D922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15401" y="1825625"/>
            <a:ext cx="7961198" cy="485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16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CBFC-3957-48B7-B321-D435FBB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CDC86-227D-CBFA-B827-73BCC445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355" y="365126"/>
            <a:ext cx="10715445" cy="618286"/>
          </a:xfrm>
        </p:spPr>
        <p:txBody>
          <a:bodyPr/>
          <a:lstStyle/>
          <a:p>
            <a:r>
              <a:rPr lang="en-US" dirty="0"/>
              <a:t>Common mistakes - </a:t>
            </a:r>
            <a:r>
              <a:rPr lang="en-US" dirty="0" err="1"/>
              <a:t>overenthousiasm</a:t>
            </a:r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1EC47A9-399F-7928-C6FB-8D0FEB0CB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317" y="1056085"/>
            <a:ext cx="8316328" cy="565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72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79C81E-FBD8-A28A-3BE2-2909426F9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65125"/>
            <a:ext cx="10891593" cy="671195"/>
          </a:xfrm>
        </p:spPr>
        <p:txBody>
          <a:bodyPr>
            <a:normAutofit/>
          </a:bodyPr>
          <a:lstStyle/>
          <a:p>
            <a:r>
              <a:rPr lang="en-US" dirty="0"/>
              <a:t>Common annoyances – everything is a (unqualified) thing </a:t>
            </a:r>
            <a:endParaRPr lang="nl-NL" dirty="0"/>
          </a:p>
        </p:txBody>
      </p:sp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7F223D13-AE6A-9BB3-C87C-19EC1F86EB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4216016"/>
              </p:ext>
            </p:extLst>
          </p:nvPr>
        </p:nvGraphicFramePr>
        <p:xfrm>
          <a:off x="1085088" y="1036320"/>
          <a:ext cx="9887712" cy="582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79366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718949-5503-4B7A-048C-26A2D649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Wanna help?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D9C31B2-873D-08FD-558E-844115206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825625"/>
            <a:ext cx="10621962" cy="1603375"/>
          </a:xfrm>
        </p:spPr>
        <p:txBody>
          <a:bodyPr/>
          <a:lstStyle/>
          <a:p>
            <a:endParaRPr lang="en-GB" sz="4000" i="1" dirty="0"/>
          </a:p>
          <a:p>
            <a:r>
              <a:rPr lang="en-GB" sz="4000" dirty="0"/>
              <a:t>https://maproulette.org/browse/projects/54664</a:t>
            </a:r>
            <a:endParaRPr lang="nl-NL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3ACBE288-B299-33F6-10B2-F32882411DB9}"/>
              </a:ext>
            </a:extLst>
          </p:cNvPr>
          <p:cNvSpPr txBox="1">
            <a:spLocks/>
          </p:cNvSpPr>
          <p:nvPr/>
        </p:nvSpPr>
        <p:spPr>
          <a:xfrm>
            <a:off x="494094" y="4367657"/>
            <a:ext cx="10621962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4000" i="1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A025D1A-27C1-ED4F-1D70-1D8A9E54B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4819033"/>
            <a:ext cx="3718560" cy="700622"/>
          </a:xfrm>
          <a:prstGeom prst="rect">
            <a:avLst/>
          </a:prstGeom>
        </p:spPr>
      </p:pic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5E4455C6-D596-D470-51B2-57F4B35F833E}"/>
              </a:ext>
            </a:extLst>
          </p:cNvPr>
          <p:cNvSpPr txBox="1">
            <a:spLocks/>
          </p:cNvSpPr>
          <p:nvPr/>
        </p:nvSpPr>
        <p:spPr>
          <a:xfrm>
            <a:off x="1786128" y="4819033"/>
            <a:ext cx="9567672" cy="1603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4000" i="1" dirty="0"/>
          </a:p>
          <a:p>
            <a:r>
              <a:rPr lang="en-GB" sz="4000" i="1" dirty="0"/>
              <a:t>Supports OpenStreetMap Belgium as a Corporate Member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56716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D41A-101D-4BFF-9E8B-23D24F870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138" y="589456"/>
            <a:ext cx="8756876" cy="4261944"/>
          </a:xfrm>
        </p:spPr>
        <p:txBody>
          <a:bodyPr anchor="ctr">
            <a:normAutofit/>
          </a:bodyPr>
          <a:lstStyle/>
          <a:p>
            <a:r>
              <a:rPr lang="en-GB" sz="2400" b="0" dirty="0">
                <a:latin typeface="Arial"/>
                <a:cs typeface="Arial"/>
              </a:rPr>
              <a:t>Paragon data team:</a:t>
            </a:r>
            <a:br>
              <a:rPr lang="en-GB" sz="2400" i="1" dirty="0">
                <a:latin typeface="Arial"/>
                <a:cs typeface="Arial"/>
              </a:rPr>
            </a:br>
            <a:r>
              <a:rPr lang="en-GB" sz="2400" b="0" i="1" dirty="0"/>
              <a:t>      paragon-data@nccn.fgov.be</a:t>
            </a:r>
            <a:br>
              <a:rPr lang="en-GB" sz="2400" b="0" i="1" dirty="0"/>
            </a:br>
            <a:br>
              <a:rPr lang="en-GB" sz="2400" b="0" i="1" dirty="0"/>
            </a:br>
            <a:r>
              <a:rPr lang="en-GB" sz="2400" b="0" dirty="0"/>
              <a:t>Help us improve OSM</a:t>
            </a:r>
            <a:br>
              <a:rPr lang="en-GB" sz="2400" b="0" i="1" dirty="0"/>
            </a:br>
            <a:r>
              <a:rPr lang="en-GB" sz="2400" b="0" i="1" dirty="0"/>
              <a:t>     https://maproulette.org/browse/projects/54664</a:t>
            </a:r>
            <a:br>
              <a:rPr lang="en-GB" sz="2400" b="0" i="1" dirty="0"/>
            </a:br>
            <a:br>
              <a:rPr lang="en-GB" sz="2400" b="0" i="1" dirty="0"/>
            </a:br>
            <a:r>
              <a:rPr lang="en-GB" sz="2400" b="0" dirty="0"/>
              <a:t>Use our code</a:t>
            </a:r>
            <a:br>
              <a:rPr lang="en-GB" sz="2400" b="0" i="1" dirty="0"/>
            </a:br>
            <a:r>
              <a:rPr lang="en-GB" sz="2400" b="0" i="1" dirty="0"/>
              <a:t>     https://github.com/joostschouppe/NCCN-anchor-processing</a:t>
            </a:r>
            <a:br>
              <a:rPr lang="en-GB" sz="2400" b="0" i="1" dirty="0"/>
            </a:br>
            <a:br>
              <a:rPr lang="en-GB" sz="2400" b="0" i="1" dirty="0"/>
            </a:br>
            <a:r>
              <a:rPr lang="en-GB" sz="2400" b="0" i="1" dirty="0"/>
              <a:t>       </a:t>
            </a:r>
            <a:r>
              <a:rPr lang="nl-NL" sz="2400" b="0" i="1" dirty="0"/>
              <a:t>https://en.osm.town/@joost_schouppe </a:t>
            </a:r>
            <a:br>
              <a:rPr lang="nl-NL" sz="1400" dirty="0"/>
            </a:br>
            <a:r>
              <a:rPr lang="nl-NL" sz="1400" dirty="0"/>
              <a:t>            </a:t>
            </a:r>
            <a:endParaRPr lang="en-GB" sz="1400" b="0" i="1" dirty="0">
              <a:latin typeface="Arial"/>
              <a:cs typeface="Arial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119CED02-C110-473B-A44F-D9B0F02BFD87}"/>
              </a:ext>
            </a:extLst>
          </p:cNvPr>
          <p:cNvSpPr txBox="1">
            <a:spLocks/>
          </p:cNvSpPr>
          <p:nvPr/>
        </p:nvSpPr>
        <p:spPr>
          <a:xfrm>
            <a:off x="757238" y="4730224"/>
            <a:ext cx="787241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https://crisiscentrum.be</a:t>
            </a:r>
            <a:br>
              <a:rPr lang="en-GB" dirty="0"/>
            </a:br>
            <a:r>
              <a:rPr lang="en-GB" dirty="0"/>
              <a:t>              </a:t>
            </a:r>
            <a:r>
              <a:rPr lang="en-GB" sz="2000" dirty="0"/>
              <a:t>@CrisiscenterBE</a:t>
            </a:r>
            <a:endParaRPr lang="en-GB" dirty="0"/>
          </a:p>
        </p:txBody>
      </p:sp>
      <p:pic>
        <p:nvPicPr>
          <p:cNvPr id="4" name="Afbeelding 8">
            <a:extLst>
              <a:ext uri="{FF2B5EF4-FFF2-40B4-BE49-F238E27FC236}">
                <a16:creationId xmlns:a16="http://schemas.microsoft.com/office/drawing/2014/main" id="{04DAB67D-8F6E-4ACB-82D0-FA365451581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2110" y="5674085"/>
            <a:ext cx="317500" cy="317500"/>
          </a:xfrm>
          <a:prstGeom prst="rect">
            <a:avLst/>
          </a:prstGeom>
        </p:spPr>
      </p:pic>
      <p:pic>
        <p:nvPicPr>
          <p:cNvPr id="5" name="Afbeelding 10">
            <a:extLst>
              <a:ext uri="{FF2B5EF4-FFF2-40B4-BE49-F238E27FC236}">
                <a16:creationId xmlns:a16="http://schemas.microsoft.com/office/drawing/2014/main" id="{360A70A2-E1D6-4617-8B04-C50F9D80981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19780" y="5674085"/>
            <a:ext cx="317500" cy="317500"/>
          </a:xfrm>
          <a:prstGeom prst="rect">
            <a:avLst/>
          </a:prstGeom>
        </p:spPr>
      </p:pic>
      <p:pic>
        <p:nvPicPr>
          <p:cNvPr id="6" name="Afbeelding 12">
            <a:extLst>
              <a:ext uri="{FF2B5EF4-FFF2-40B4-BE49-F238E27FC236}">
                <a16:creationId xmlns:a16="http://schemas.microsoft.com/office/drawing/2014/main" id="{0FA29336-EDF4-45F1-BF0C-5542BACC89E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0702" y="5674085"/>
            <a:ext cx="317500" cy="317500"/>
          </a:xfrm>
          <a:prstGeom prst="rect">
            <a:avLst/>
          </a:prstGeom>
        </p:spPr>
      </p:pic>
      <p:pic>
        <p:nvPicPr>
          <p:cNvPr id="7" name="Afbeelding 14">
            <a:extLst>
              <a:ext uri="{FF2B5EF4-FFF2-40B4-BE49-F238E27FC236}">
                <a16:creationId xmlns:a16="http://schemas.microsoft.com/office/drawing/2014/main" id="{B3E0F86B-7C8B-41EC-9240-E19E0D3D06D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84440" y="5674085"/>
            <a:ext cx="3175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C09425-870D-79F9-567B-1ED1064009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6103894"/>
            <a:ext cx="28194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Afbeelding 8" descr="Afbeelding met logo, symbool, Graphics, Lettertype&#10;&#10;Automatisch gegenereerde beschrijving">
            <a:extLst>
              <a:ext uri="{FF2B5EF4-FFF2-40B4-BE49-F238E27FC236}">
                <a16:creationId xmlns:a16="http://schemas.microsoft.com/office/drawing/2014/main" id="{51A2DD7D-FB6F-A71A-92CA-80108DA3A8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877" y="3814056"/>
            <a:ext cx="5048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75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80e2e6e-de79-4269-ac54-9c09b36f7bd0">
      <UserInfo>
        <DisplayName>Benedikt Verhaeghe</DisplayName>
        <AccountId>111</AccountId>
        <AccountType/>
      </UserInfo>
      <UserInfo>
        <DisplayName>Tom Droeshout</DisplayName>
        <AccountId>37</AccountId>
        <AccountType/>
      </UserInfo>
      <UserInfo>
        <DisplayName>Tom Van Camp</DisplayName>
        <AccountId>58</AccountId>
        <AccountType/>
      </UserInfo>
      <UserInfo>
        <DisplayName>Martijn Mol</DisplayName>
        <AccountId>165</AccountId>
        <AccountType/>
      </UserInfo>
    </SharedWithUsers>
    <lcf76f155ced4ddcb4097134ff3c332f xmlns="b7421c54-643c-4f74-a301-aea24cff5d5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5DD88CE30E5F4797AB1A6FD56213A5" ma:contentTypeVersion="12" ma:contentTypeDescription="Een nieuw document maken." ma:contentTypeScope="" ma:versionID="14dbafe80e58a7c42b5cccbefcd38e89">
  <xsd:schema xmlns:xsd="http://www.w3.org/2001/XMLSchema" xmlns:xs="http://www.w3.org/2001/XMLSchema" xmlns:p="http://schemas.microsoft.com/office/2006/metadata/properties" xmlns:ns2="b7421c54-643c-4f74-a301-aea24cff5d59" xmlns:ns3="080e2e6e-de79-4269-ac54-9c09b36f7bd0" targetNamespace="http://schemas.microsoft.com/office/2006/metadata/properties" ma:root="true" ma:fieldsID="f6a0548543f59af72e06accdec6aaf97" ns2:_="" ns3:_="">
    <xsd:import namespace="b7421c54-643c-4f74-a301-aea24cff5d59"/>
    <xsd:import namespace="080e2e6e-de79-4269-ac54-9c09b36f7b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421c54-643c-4f74-a301-aea24cff5d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34b2316-2a77-4670-a53d-14e7d1a038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0e2e6e-de79-4269-ac54-9c09b36f7bd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81AAE9-1D03-4877-9FD3-96A7757F3C9D}">
  <ds:schemaRefs>
    <ds:schemaRef ds:uri="f44e05b0-a81b-42b5-8602-4d53fdada9e1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a8f94b78-c16d-4ae8-be82-1462ffada83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sharepoint/v4"/>
    <ds:schemaRef ds:uri="http://purl.org/dc/terms/"/>
    <ds:schemaRef ds:uri="080e2e6e-de79-4269-ac54-9c09b36f7bd0"/>
    <ds:schemaRef ds:uri="b7421c54-643c-4f74-a301-aea24cff5d59"/>
  </ds:schemaRefs>
</ds:datastoreItem>
</file>

<file path=customXml/itemProps2.xml><?xml version="1.0" encoding="utf-8"?>
<ds:datastoreItem xmlns:ds="http://schemas.openxmlformats.org/officeDocument/2006/customXml" ds:itemID="{7C7B3CE6-4504-4C75-B099-5109021307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421c54-643c-4f74-a301-aea24cff5d59"/>
    <ds:schemaRef ds:uri="080e2e6e-de79-4269-ac54-9c09b36f7b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EE279A-ABDA-47E3-9DAE-E604B0D689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6692</TotalTime>
  <Words>1251</Words>
  <Application>Microsoft Office PowerPoint</Application>
  <PresentationFormat>Breedbeeld</PresentationFormat>
  <Paragraphs>200</Paragraphs>
  <Slides>21</Slides>
  <Notes>18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21</vt:i4>
      </vt:variant>
    </vt:vector>
  </HeadingPairs>
  <TitlesOfParts>
    <vt:vector size="24" baseType="lpstr">
      <vt:lpstr>Arial</vt:lpstr>
      <vt:lpstr>Calibri</vt:lpstr>
      <vt:lpstr>Kantoorthema</vt:lpstr>
      <vt:lpstr>Disaster data: OSM POI data with stable IDs for emergency planning</vt:lpstr>
      <vt:lpstr>What is Paragon?</vt:lpstr>
      <vt:lpstr>DATA FOR Paragon</vt:lpstr>
      <vt:lpstr>External POI data in paragon</vt:lpstr>
      <vt:lpstr>WHICH SOURCES TO USE?</vt:lpstr>
      <vt:lpstr>WHICH SOURCES TO USE?</vt:lpstr>
      <vt:lpstr>WHICH SOURCES TO USE?</vt:lpstr>
      <vt:lpstr>Filtering: sports example</vt:lpstr>
      <vt:lpstr>Anchor source  types</vt:lpstr>
      <vt:lpstr>The data management problem</vt:lpstr>
      <vt:lpstr>External POI data in paragon</vt:lpstr>
      <vt:lpstr>The UNIQUE ID problem</vt:lpstr>
      <vt:lpstr>THE DATA QUALITY PROBLEM</vt:lpstr>
      <vt:lpstr>PowerPoint-presentatie</vt:lpstr>
      <vt:lpstr>OSM projects</vt:lpstr>
      <vt:lpstr>MapRoulette</vt:lpstr>
      <vt:lpstr>Common mistakes – mapping for the render</vt:lpstr>
      <vt:lpstr>Common mistakes - overenthousiasm</vt:lpstr>
      <vt:lpstr>Common annoyances – everything is a (unqualified) thing </vt:lpstr>
      <vt:lpstr>Wanna help?</vt:lpstr>
      <vt:lpstr>Paragon data team:       paragon-data@nccn.fgov.be  Help us improve OSM      https://maproulette.org/browse/projects/54664  Use our code      https://github.com/joostschouppe/NCCN-anchor-processing         https://en.osm.town/@joost_schouppe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Microsoft Office User</dc:creator>
  <cp:lastModifiedBy>Joost Schouppe</cp:lastModifiedBy>
  <cp:revision>9</cp:revision>
  <dcterms:created xsi:type="dcterms:W3CDTF">2018-12-18T15:38:37Z</dcterms:created>
  <dcterms:modified xsi:type="dcterms:W3CDTF">2025-11-13T20:44:42Z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0x010100335DD88CE30E5F4797AB1A6FD56213A5</vt:lpwstr>
  </property>
  <property fmtid="{D5CDD505-2E9C-101B-9397-08002B2CF9AE}" pid="3" name="_dlc_DocIdItemGuid">
    <vt:lpwstr>07be44f0-fb30-4501-be9e-38144d8fead7</vt:lpwstr>
  </property>
  <property fmtid="{D5CDD505-2E9C-101B-9397-08002B2CF9AE}" pid="4" name="MediaServiceImageTags">
    <vt:lpwstr/>
  </property>
  <property fmtid="{D5CDD505-2E9C-101B-9397-08002B2CF9AE}" pid="5" name="MSIP_Label_4816ba24-cb1d-4824-99c7-0ee0e40f751b_Enabled">
    <vt:lpwstr>true</vt:lpwstr>
  </property>
  <property fmtid="{D5CDD505-2E9C-101B-9397-08002B2CF9AE}" pid="6" name="MSIP_Label_4816ba24-cb1d-4824-99c7-0ee0e40f751b_SetDate">
    <vt:lpwstr>2023-05-30T08:20:28Z</vt:lpwstr>
  </property>
  <property fmtid="{D5CDD505-2E9C-101B-9397-08002B2CF9AE}" pid="7" name="MSIP_Label_4816ba24-cb1d-4824-99c7-0ee0e40f751b_Method">
    <vt:lpwstr>Privileged</vt:lpwstr>
  </property>
  <property fmtid="{D5CDD505-2E9C-101B-9397-08002B2CF9AE}" pid="8" name="MSIP_Label_4816ba24-cb1d-4824-99c7-0ee0e40f751b_Name">
    <vt:lpwstr>4816ba24-cb1d-4824-99c7-0ee0e40f751b</vt:lpwstr>
  </property>
  <property fmtid="{D5CDD505-2E9C-101B-9397-08002B2CF9AE}" pid="9" name="MSIP_Label_4816ba24-cb1d-4824-99c7-0ee0e40f751b_SiteId">
    <vt:lpwstr>de192ca2-f778-4bb0-b5f1-5cce5803789a</vt:lpwstr>
  </property>
  <property fmtid="{D5CDD505-2E9C-101B-9397-08002B2CF9AE}" pid="10" name="MSIP_Label_4816ba24-cb1d-4824-99c7-0ee0e40f751b_ActionId">
    <vt:lpwstr>50cf4e9d-110c-4928-b974-6742838031cb</vt:lpwstr>
  </property>
  <property fmtid="{D5CDD505-2E9C-101B-9397-08002B2CF9AE}" pid="11" name="MSIP_Label_4816ba24-cb1d-4824-99c7-0ee0e40f751b_ContentBits">
    <vt:lpwstr>0</vt:lpwstr>
  </property>
  <property fmtid="{D5CDD505-2E9C-101B-9397-08002B2CF9AE}" pid="12" name="ComplianceAssetId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</Properties>
</file>